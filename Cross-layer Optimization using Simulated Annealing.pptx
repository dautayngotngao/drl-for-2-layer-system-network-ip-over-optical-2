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1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2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8">
  <p:sldMasterIdLst>
    <p:sldMasterId id="2147483648" r:id="rId4"/>
    <p:sldMasterId id="2147483661" r:id="rId5"/>
    <p:sldMasterId id="2147483700" r:id="rId6"/>
    <p:sldMasterId id="2147483739" r:id="rId7"/>
  </p:sldMasterIdLst>
  <p:notesMasterIdLst>
    <p:notesMasterId r:id="rId19"/>
  </p:notesMasterIdLst>
  <p:sldIdLst>
    <p:sldId id="256" r:id="rId8"/>
    <p:sldId id="257" r:id="rId9"/>
    <p:sldId id="294" r:id="rId10"/>
    <p:sldId id="295" r:id="rId11"/>
    <p:sldId id="296" r:id="rId12"/>
    <p:sldId id="297" r:id="rId13"/>
    <p:sldId id="298" r:id="rId14"/>
    <p:sldId id="299" r:id="rId15"/>
    <p:sldId id="263" r:id="rId16"/>
    <p:sldId id="264" r:id="rId17"/>
    <p:sldId id="262" r:id="rId18"/>
  </p:sldIdLst>
  <p:sldSz cx="12192000" cy="6858000"/>
  <p:notesSz cx="7559675" cy="10691813"/>
  <p:defaultTextStyle>
    <a:defPPr>
      <a:defRPr lang="en-US"/>
    </a:defPPr>
    <a:lvl1pPr marL="0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FF"/>
    <a:srgbClr val="003366"/>
    <a:srgbClr val="0000FF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56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0 415 24575,'1974'0'0,"-1932"2"0,58 10 0,22 2 0,451-11 0,-294-5 0,112 2 0,-335 2 0,108 21 0,-4 0 0,285-15 0,-261-10 0,-154 0 0,0-1 0,0-2 0,54-15 0,38-7 0,-83 20 0,-1-2 0,65-25 0,31-8 0,-121 39 0,15-3 0,0 0 0,0-2 0,-1-1 0,0-1 0,-1-1 0,37-22 0,-44 23 0,1 0 0,0 1 0,0 2 0,1 0 0,0 1 0,0 1 0,26-3 0,52-14 0,-20-1 0,163-45 0,-194 58 0,-1 2 0,1 2 0,58 0 0,-93 5 0,0 0 0,0-1 0,0-1 0,-1 0 0,1-1 0,14-6 0,-10 3 0,0 2 0,25-6 0,-5 6 0,0 2 0,38 0 0,-54 4 0,0 0 0,0 1 0,-1 1 0,1 2 0,22 6 0,-40-10-68,-1 0 0,1 0-1,0 1 1,-1-1 0,1 1 0,-1-1-1,0 1 1,0 0 0,1 0 0,-1 0-1,0 0 1,0 0 0,-1 0 0,1 0-1,0 1 1,-1-1 0,1 1-1,-1-1 1,2 5 0,2 11-6758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05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24575,'27'1'0,"1"2"0,-1 1 0,0 1 0,-1 1 0,1 1 0,-1 2 0,38 17 0,171 103 0,-198-107 0,19 10 0,1-2 0,1-3 0,116 38 0,-160-62 0,0 1 0,-1 0 0,0 1 0,0 1 0,0 0 0,-1 1 0,1 0 0,-2 1 0,1 0 0,14 14 0,-1-1 0,1-1 0,1-2 0,1-1 0,50 24 0,-62-33 0,166 67 0,-102-45 0,101 25 0,-122-38 0,-31-11 0,0 0 0,-1-2 0,41 1 0,87-7 0,-54 0 0,334 2 0,-426 0-341,0 0 0,0 1-1,16 3 1,-7 1-6485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22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24575,'2738'0'-1365,"-2709"0"-5461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12.0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1097 24575,'846'0'0,"-814"1"0,58 11 0,18 1 0,271-11 0,-193-3 0,-168 1 0,0-1 0,0-1 0,-1 0 0,1-1 0,25-8 0,-35 8 0,1-1 0,-1 1 0,1-1 0,-1-1 0,0 0 0,-1 0 0,1 0 0,-1-1 0,0 0 0,-1 0 0,1-1 0,7-10 0,63-102 0,-70 106 0,-1 1 0,-1-1 0,0 0 0,0-1 0,-2 1 0,1-1 0,-2 0 0,0 1 0,0-1 0,-2 0 0,1 0 0,-3-15 0,0 7 0,-1 0 0,-1 1 0,-1-1 0,-1 1 0,0 0 0,-19-38 0,19 47 0,-1 2 0,-1-1 0,1 1 0,-2 0 0,1 0 0,-1 1 0,-1 0 0,0 1 0,0 0 0,0 0 0,-1 1 0,-20-9 0,20 8 0,0 0 0,0 0 0,1-1 0,0 0 0,1-1 0,0 0 0,1-1 0,0 0 0,-7-12 0,8 11 0,-1 1 0,0-1 0,-1 2 0,0-1 0,-1 1 0,0 0 0,0 1 0,-21-14 0,-60-19 0,24 13 0,41 17 0,-1 2 0,1 0 0,-2 2 0,1 1 0,-1 2 0,0 0 0,-30 0 0,15-1 0,-54-13 0,62 10 0,0 2 0,-66-4 0,39 9 0,-14 0 0,-85 9 0,122 1 0,1 1 0,0 2 0,0 1 0,-67 35 0,18-10 0,69-28 0,0 0 0,-30 22 0,15-9 0,-3 5 0,2 0 0,1 3 0,1 0 0,-45 58 0,71-81 0,-6 7 0,1 1 0,0 0 0,1 1 0,1 0 0,0 0 0,2 1 0,0 0 0,0 1 0,2-1 0,0 1 0,1 0 0,1 1 0,1-1 0,0 0 0,2 24 0,0-32 0,0 0 0,1 1 0,0-1 0,0 0 0,1-1 0,1 1 0,0 0 0,0-1 0,1 1 0,0-1 0,0 0 0,1 0 0,1-1 0,-1 1 0,1-1 0,1 0 0,-1-1 0,12 10 0,84 70 0,5 5 0,-101-85 13,-1 0 0,0 1-1,0-1 1,0 1 0,-1 0-1,0 0 1,3 11-1,-5-11-145,1-1 0,0 0 0,0 0-1,0 0 1,1-1 0,0 1-1,1-1 1,0 0 0,-1 0-1,9 7 1,0-4-6693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06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74 24575,'-7'-1'0,"0"1"0,0 1 0,0-1 0,0 1 0,0 1 0,0-1 0,-11 5 0,14-4 0,1-1 0,0 2 0,0-1 0,0 0 0,0 0 0,0 1 0,0 0 0,1 0 0,-1 0 0,1 0 0,0 0 0,0 0 0,0 0 0,0 1 0,-2 5 0,-3 9 0,1-1 0,1 1 0,1 0 0,1 1 0,-3 33 0,7 97 0,1-87 0,-2 45 0,4 86 0,-3-185 0,1 1 0,0-1 0,1 0 0,0 0 0,1-1 0,-1 1 0,1 0 0,1-1 0,-1 0 0,1 0 0,0-1 0,1 1 0,0-1 0,0 0 0,0 0 0,9 5 0,14 10 0,0-2 0,46 24 0,-48-31 0,1-1 0,0-1 0,0-2 0,1-1 0,0-1 0,53 3 0,-46-3 0,-26-4 0,0 0 0,0-1 0,0 0 0,0-1 0,15-1 0,-21 0 0,0 0 0,0 0 0,0-1 0,0 1 0,0-1 0,0 0 0,0 0 0,0 0 0,-1-1 0,1 1 0,-1-1 0,1 0 0,-1 0 0,0 0 0,-1 0 0,5-6 0,8-15 0,0-2 0,-2 0 0,0 0 0,-2-1 0,-1 0 0,8-39 0,-4 20 0,20-48 0,-4 34 0,-20 42 0,-1-1 0,0 1 0,-2-1 0,0 0 0,7-32 0,-13 45 0,0 0 0,0 0 0,-1 0 0,1 0 0,-1-1 0,-1 1 0,1 0 0,-1 0 0,0-1 0,0 1 0,-1 0 0,0 0 0,0 1 0,0-1 0,-1 0 0,0 1 0,0-1 0,0 1 0,-1 0 0,0 0 0,0 0 0,-7-7 0,-19-20 0,-51-43 0,68 65 0,0 1 0,-1 0 0,0 0 0,-1 2 0,1 0 0,-2 0 0,-21-5 0,21 7 0,0 0 0,0 0 0,1-2 0,-1 0 0,1-1 0,1 0 0,0-1 0,0-1 0,-17-16 0,19 16-455,0 1 0,-19-12 0,6 8-6371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07.8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1395 24575,'43'-2'0,"1"-1"0,-1-3 0,0-1 0,63-19 0,165-72 0,-201 71 0,338-139-198,22-8-204,5 25 416,933-201-14,-635 227 0,8 57 0,305-13 0,-441 27-85,204-11-705,-285 60 1200,-428 3 635,-49 3-1043,0 2 0,64 15 0,-22-3-2,-21-6 0,416 80 0,-465-86 0,0 1 0,-1 1 0,1 1 0,-1 0 0,0 1 0,-1 1 0,18 14 0,-31-21-195,1 0 0,-1-1 0,1 1 0,0-1 0,0 0 0,9 2 0,9 1-6631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09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1013 362 24575,'0'-8'0,"-1"0"0,1 0 0,-1 1 0,-1-1 0,0 0 0,0 1 0,0-1 0,-1 1 0,0 0 0,0 0 0,-1 0 0,-8-11 0,-1 1 0,-1 2 0,0 0 0,-23-18 0,-11-11 0,33 29 0,-1 1 0,0 0 0,-1 1 0,0 1 0,-30-16 0,33 22 0,1 1 0,-1 0 0,0 1 0,0 0 0,-1 1 0,1 0 0,-1 1 0,-28 1 0,27 1 0,-37 0 0,-62 10 0,97-8 0,-1 2 0,1 1 0,0 0 0,0 1 0,1 1 0,0 1 0,-16 9 0,14-6 0,1 1 0,0 1 0,1 0 0,0 1 0,-18 20 0,27-24 0,0 0 0,1 1 0,0-1 0,0 1 0,1 1 0,1 0 0,0-1 0,1 1 0,0 1 0,-3 15 0,-5 38 0,2 1 0,4 0 0,2 69 0,3-73 0,1 48 0,1-98 0,0 0 0,1 0 0,1-1 0,0 1 0,0-1 0,8 16 0,-8-22 0,1 0 0,0-1 0,0 1 0,0-1 0,1 0 0,-1 0 0,2 0 0,-1-1 0,0 0 0,1 0 0,-1 0 0,1 0 0,0-1 0,1 0 0,-1-1 0,0 1 0,10 1 0,14 4 0,0-2 0,50 5 0,-34-6 0,128 10 0,233-9 0,-261-7 0,-141 2 0,0-1 0,0-1 0,0 1 0,0 0 0,0-1 0,0 0 0,0 0 0,-1-1 0,1 1 0,0-1 0,-1 0 0,1-1 0,-1 1 0,0-1 0,0 1 0,0-1 0,0 0 0,0-1 0,-1 1 0,1-1 0,-1 1 0,0-1 0,0 0 0,0 0 0,-1-1 0,1 1 0,-1 0 0,0-1 0,-1 0 0,2-5 0,15-41 0,21-70 0,-36 106 0,0-1 0,-1 1 0,-1 0 0,0-1 0,-1 1 0,-3-21 0,-11-34 0,-2 1 0,-28-72 0,34 111 0,7 21 0,-1 0 0,0 0 0,0 0 0,-1 1 0,0-1 0,0 1 0,-1 0 0,0 1 0,-10-11 0,3 7 0,-1 0 0,0 0 0,-1 1 0,-20-10 0,13 7 55,-34-28-1,37 26-545,0 1-1,-29-15 1,25 18-6335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10.6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24575,'15'0'0,"0"2"0,0 0 0,0 1 0,0 0 0,22 9 0,-15-5 0,464 174 0,-202-70 0,835 275-589,-1002-347 613,480 128-24,-575-162-92,15 3-144,-1 1 1,0 2-1,0 2 0,48 23 0,-70-27-6119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11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1236 719 24575,'-1'-3'0,"1"1"0,-1-1 0,0 0 0,0 1 0,0-1 0,0 1 0,0-1 0,-1 1 0,1 0 0,-1-1 0,1 1 0,-1 0 0,0 0 0,-4-3 0,-33-27 0,36 30 0,-72-47 0,-1 4 0,-110-48 0,140 71 0,22 11 0,-107-48 0,111 51 0,0 2 0,0 0 0,-1 1 0,-38-3 0,52 8 0,-1 0 0,0 1 0,1 0 0,-1 1 0,1-1 0,0 2 0,-1-1 0,1 1 0,0 0 0,0 0 0,0 1 0,1 0 0,-1 0 0,1 0 0,0 1 0,-9 9 0,-7 9 0,0 1 0,-29 44 0,31-40 0,-20 30 0,3 1 0,2 2 0,4 1 0,1 2 0,-24 79 0,48-116 0,0 0 0,2 0 0,1 0 0,1 1 0,1-1 0,4 37 0,-3-57 0,0-2 0,1 0 0,-1 0 0,1 0 0,0 0 0,0-1 0,1 1 0,0 0 0,0 0 0,0-1 0,0 1 0,0-1 0,1 0 0,6 8 0,-4-6 0,1-1 0,0 0 0,0 0 0,1 0 0,-1 0 0,1-1 0,0 0 0,8 2 0,7 3 0,1-2 0,0 0 0,1-2 0,44 5 0,-25-6 0,0-2 0,-1-2 0,1-2 0,71-11 0,-81 6 0,-1-1 0,0-2 0,0 0 0,-1-3 0,-1 0 0,49-30 0,-13-2 0,-2-3 0,102-98 0,93-136 0,-214 228 0,-2-2 0,38-65 0,-66 95 0,-2-1 0,0 0 0,-2 0 0,-1-2 0,-1 1 0,-2-1 0,7-47 0,-8 33 0,-3 23 0,0 1 0,-1-1 0,-2 0 0,1 0 0,-5-25 0,4 43-76,0-1 1,-1 1-1,0 0 0,0-1 0,1 1 0,-1 0 0,0 0 0,-1 0 1,1 0-1,0 0 0,-1 0 0,1 0 0,-1 0 0,1 1 1,-1-1-1,0 0 0,-3-1 0,-11-5-6750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12.6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1 170 24575,'339'1'-39,"437"-5"122,-9-56-585,-300-11 411,-455 69-164,0-1 0,0 0 0,0-1 1,17-7-1,-6-2-6113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13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805 200 24575,'-29'0'0,"12"-1"0,1 1 0,0 0 0,-1 1 0,1 0 0,0 2 0,0 0 0,0 1 0,0 0 0,-16 8 0,-13 14 0,1 2 0,1 2 0,2 2 0,1 2 0,1 1 0,2 2 0,-50 66 0,53-59 0,2 2 0,-44 82 0,62-101 0,2 1 0,1 0 0,1 1 0,2 0 0,1 0 0,-6 49 0,10-40 0,2 1 0,6 68 0,-2-85 0,1 0 0,1 0 0,0 0 0,2-1 0,0 0 0,14 26 0,-15-37 0,0 0 0,1-1 0,0 0 0,1 0 0,0 0 0,0-1 0,1 0 0,0-1 0,0 0 0,1 0 0,0-1 0,0-1 0,0 1 0,1-2 0,12 5 0,17 3 0,0-1 0,76 9 0,-104-18 0,112 11 0,-1-5 0,132-8 0,-206-3 0,-1-3 0,1-1 0,-1-3 0,73-24 0,-58 12 0,-1-4 0,104-59 0,-147 74 0,-1-1 0,-1-1 0,0 0 0,0-1 0,26-30 0,-34 33 0,0-1 0,-1 0 0,-1 0 0,0-1 0,0 0 0,-2 0 0,1 0 0,-2-1 0,6-27 0,-4 3 0,-2 0 0,-2 0 0,-2 0 0,-1-1 0,-2 1 0,-2 0 0,-1 0 0,-2 1 0,-21-63 0,-16-16 0,-96-179 0,115 245 0,-80-135-1365,93 160-5461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14.6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1580 24575,'6'-7'0,"1"-1"0,-1 1 0,1 1 0,1-1 0,-1 1 0,1 1 0,9-6 0,11-9 0,257-185 0,28-21 0,-17-19 0,-42-7 0,-206 198 0,-2-2 0,72-120 0,-111 163 0,-2-1 0,1 0 0,-2-1 0,0 0 0,-1 1 0,0-1 0,1-29 0,-2 19 0,9-40 0,-3 36-1365,0 3-5461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15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79 24575,'0'9'0,"-1"-5"0,1 0 0,0 0 0,0-1 0,1 1 0,-1 0 0,1 0 0,1 4 0,-1-7 0,-1 0 0,1 0 0,-1-1 0,1 1 0,0 0 0,-1 0 0,1 0 0,0-1 0,0 1 0,-1 0 0,1-1 0,0 1 0,0-1 0,0 1 0,0-1 0,0 1 0,0-1 0,0 0 0,0 1 0,0-1 0,0 0 0,0 0 0,0 0 0,0 0 0,0 0 0,0 0 0,1 0 0,-1 0 0,0 0 0,1-1 0,12-2 0,-2-1 0,1 0 0,0-1 0,-1-1 0,0 0 0,0 0 0,-1-1 0,0-1 0,20-16 0,-15 11 0,1 1 0,33-18 0,-49 29 0,0 1 0,0-1 0,0 0 0,0 1 0,1-1 0,-1 1 0,0-1 0,1 1 0,-1-1 0,0 1 0,1 0 0,-1 0 0,0 0 0,1 0 0,-1 0 0,0 0 0,1 0 0,-1 0 0,0 1 0,1-1 0,-1 0 0,0 1 0,1-1 0,-1 1 0,0-1 0,0 1 0,0 0 0,1 0 0,-1-1 0,0 1 0,0 0 0,0 0 0,0 0 0,0 0 0,-1 0 0,1 0 0,0 0 0,0 1 0,0 1 0,2 5 0,0 0 0,-1 0 0,0 1 0,-1-1 0,1 13 0,0-3 0,8 145 0,-10-121 0,2-1 0,1 0 0,3 1 0,19 73 0,-2-65-1365,-12-32-5461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48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24575,'11'0'0,"0"0"0,0 1 0,1 0 0,-1 1 0,0 1 0,0 0 0,0 0 0,-1 1 0,1 0 0,-1 1 0,13 8 0,200 105 0,-177-97 0,1-2 0,96 24 0,-111-37 0,1-2 0,46-1 0,-44-2 0,60 9 0,-72-4 0,0 1 0,0 2 0,-1 0 0,0 1 0,33 22 0,-33-19 0,0-1 0,1 0 0,1-2 0,47 15 0,4-7 0,146 56 0,-144-46 0,-43-16 0,-2 0 0,33 18 0,-60-27 0,0 1 0,-1 0 0,1-1 0,-1 2 0,0-1 0,0 0 0,0 1 0,4 7 0,21 23 0,-15-24 0,0-1 0,0 0 0,1-1 0,26 12 0,72 23 0,-56-23 0,290 128 0,-329-142 0,0 0 0,0-2 0,0 0 0,35 4 0,16 4 0,-59-10 0,0 1 0,-1 0 0,17 9 0,-18-8 0,0 0 0,1-1 0,0-1 0,-1 1 0,13 2 0,2-3-455,1-1 0,23 0 0,-19-2-6371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50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24575,'0'5'0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2:52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907 592 24575,'-25'-24'0,"0"2"0,-2 0 0,-1 2 0,-36-21 0,46 31 0,-1 1 0,1 0 0,-2 1 0,1 2 0,-1 0 0,0 1 0,-1 0 0,-25-1 0,33 5 0,1-2 0,-1 1 0,1-2 0,0 1 0,-18-9 0,17 6 0,-1 1 0,1 1 0,-1 0 0,-20-3 0,-9 3 0,1 3 0,-61 5 0,101-4 0,-1 1 0,0-1 0,0 1 0,0 0 0,0 0 0,0 0 0,1 0 0,-1 1 0,0-1 0,1 1 0,-1-1 0,1 1 0,0 0 0,-1 0 0,1 0 0,0 0 0,0 0 0,0 1 0,1-1 0,-1 1 0,0-1 0,1 1 0,0 0 0,-1-1 0,1 1 0,0 0 0,1 0 0,-1 0 0,0 0 0,1 0 0,0 0 0,-1 0 0,2 4 0,-1 12 0,0-1 0,2 1 0,0-1 0,6 22 0,-5-26 0,13 60 0,-6-29 0,-1 1 0,4 77 0,-13-107 0,0-1 0,2 0 0,0 1 0,6 22 0,-5-30 0,0 1 0,1-1 0,0 0 0,0 0 0,1 0 0,0-1 0,0 0 0,1 0 0,7 7 0,2 1 0,1 0 0,1-2 0,0 0 0,1-1 0,0-1 0,1 0 0,1-2 0,-1 0 0,1-1 0,1-1 0,-1-1 0,1-1 0,0 0 0,1-2 0,-1-1 0,1 0 0,22-2 0,-35 0 0,0-1 0,-1 0 0,1-1 0,-1 0 0,1 0 0,-1-1 0,0 0 0,1 0 0,-2-1 0,1 0 0,0 0 0,-1-1 0,0 0 0,0 0 0,0-1 0,-1 0 0,1 0 0,-2 0 0,1-1 0,-1 0 0,0 0 0,0-1 0,6-13 0,2-1 0,59-119 0,-64 121 0,-1 0 0,-1 0 0,-1-1 0,0 1 0,2-34 0,-3-28 0,-9-115 0,4 180 0,-1 0 0,-1 0 0,-1 0 0,0 0 0,-1 0 0,-14-30 0,15 39 0,0 0 0,-1 0 0,0 1 0,-1 0 0,0 0 0,0 1 0,0-1 0,0 1 0,-1 0 0,0 1 0,-1 0 0,1 0 0,-1 1 0,0 0 0,-12-5 0,-5-2 0,1-1 0,-43-29 0,40 24 0,-46-23 0,53 31 0,-92-36 0,96 39 0,-1 1 0,1 1 0,-1 1 0,-31-3 0,42 6 0,1 1 0,0 0 0,0 0 0,-1 0 0,1 1 0,0 0 0,0 0 0,0 0 0,1 1 0,-1-1 0,0 1 0,1 0 0,0 0 0,0 1 0,0-1 0,0 1 0,0 0 0,1 0 0,0 0 0,0 1 0,0-1 0,-3 7 0,-7 13 0,0 0 0,3 1 0,-9 27 0,16-45 0,-24 82 0,18-57 0,0-2 0,-2 1 0,-1-2 0,-20 35 0,27-55 0,1 0 0,0 0 0,0 1 0,1-1 0,0 1 0,1 0 0,0 0 0,-1 15 0,1 8 0,4 41 0,0-28 0,-1-26 11,1-1 0,1 0 0,0 1 0,2-1 0,0-1 0,1 1-1,1-1 1,1 0 0,0 0 0,13 19 0,5 1-382,0-2-1,3-1 1,41 41 0,-46-52-6455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12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360 106 24575,'-6'-1'0,"0"0"0,0-1 0,0 1 0,0-1 0,0-1 0,1 1 0,-1-1 0,1 0 0,-1 0 0,1-1 0,0 0 0,1 0 0,-1 0 0,0 0 0,-3-5 0,2 2 0,-1 1 0,0 0 0,0 1 0,0-1 0,-1 1 0,-13-6 0,16 9 0,0 0 0,-1 1 0,1-1 0,0 1 0,-1 1 0,1-1 0,-1 1 0,1-1 0,-1 2 0,1-1 0,-1 1 0,1-1 0,0 1 0,-1 1 0,1-1 0,0 1 0,0 0 0,-10 5 0,9-2 0,-1-1 0,1 1 0,0 1 0,0-1 0,0 1 0,1 0 0,0 1 0,0-1 0,0 1 0,1 0 0,0 0 0,-4 10 0,3-5 0,1 1 0,1-1 0,-1 1 0,2 0 0,0 0 0,-1 17 0,5 82 0,1-54 0,-3-53 0,0 0 0,0 1 0,1-1 0,-1 0 0,1 0 0,1 0 0,-1 1 0,4 6 0,-4-10 0,1 0 0,-1 0 0,1 0 0,-1 0 0,1 0 0,0 0 0,0-1 0,-1 1 0,1-1 0,1 1 0,-1-1 0,0 0 0,0 1 0,0-1 0,1-1 0,-1 1 0,0 0 0,1 0 0,-1-1 0,5 1 0,33 2 0,0-1 0,0-2 0,59-8 0,-91 7 0,0 0 0,0-1 0,0 0 0,0-1 0,-1 1 0,1-1 0,11-7 0,-17 9 0,0 0 0,1-1 0,-1 1 0,0-1 0,0 0 0,0 1 0,0-1 0,0 0 0,-1 0 0,1 0 0,0-1 0,-1 1 0,1 0 0,-1-1 0,0 1 0,0-1 0,0 1 0,0-1 0,-1 1 0,1-1 0,0 0 0,-1 1 0,0-1 0,0 0 0,0-4 0,-28-179 0,23 161-1365,-2 7-5461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13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 24575,'0'4'0,"-9"3"0,-8 3 0,-6 5 0,-3 1 0,-2 1 0,-1 8 0,-1 4 0,6 1 0,-3-3 0,-1-8 0,3-1 0,7 0 0,6-2-8191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0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848 31 24575,'-12'-1'0,"-1"-1"0,0 1 0,-22-8 0,-26-3 0,55 12 0,-35-4 0,-43 2 0,72 3 0,0 0 0,0 0 0,0 1 0,0 0 0,1 1 0,-1 1 0,1 0 0,-15 7 0,-18 11 0,31-16 0,-1 0 0,1 0 0,1 2 0,-1-1 0,1 2 0,0 0 0,1 0 0,0 1 0,1 0 0,-11 14 0,1 5 0,-69 114 0,77-120 0,1 0 0,2 0 0,0 1 0,-10 47 0,6-2 0,-42 179 0,48-227 0,0-1 0,1-1 0,0 1 0,2 0 0,0 1 0,1-1 0,1 1 0,1 21 0,2-39 0,0 1 0,0 0 0,1-1 0,-1 1 0,1-1 0,-1 0 0,1 1 0,0-1 0,0 0 0,1 0 0,-1 0 0,1 0 0,-1-1 0,1 1 0,0-1 0,0 1 0,0-1 0,0 0 0,0 0 0,1-1 0,-1 1 0,1-1 0,-1 1 0,1-1 0,4 1 0,10 3 0,1-1 0,0-1 0,28 1 0,-42-3 0,330 1 0,-163-5 0,-84 5 0,100-4 0,-179 0 0,-1 1 0,0-1 0,0 0 0,0-1 0,0 0 0,0 0 0,0-1 0,-1 0 0,0 0 0,0-1 0,0 0 0,0 0 0,-1-1 0,7-7 0,9-10 0,-2-2 0,25-38 0,-31 41 0,44-66 0,-5-3 0,54-127 0,-86 169 0,-2-1 0,-2-1 0,-3 0 0,16-107 0,-30 155 0,0 0 0,1 0 0,-1 0 0,-1 0 0,1 0 0,0 0 0,-1 0 0,1 0 0,-1 0 0,0 0 0,0 0 0,0 0 0,-1 0 0,1 1 0,0-1 0,-1 0 0,0 1 0,0-1 0,0 1 0,0 0 0,0 0 0,0-1 0,0 1 0,-1 1 0,1-1 0,-1 0 0,0 1 0,-3-3 0,-7-1 0,0 1 0,0 0 0,0 1 0,-1 0 0,-15-1 0,6 1 0,-207-27 0,135 22-147,-111 6 0,141 2-924,37 0-5755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1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0 819 24575,'1'-4'0,"0"-1"0,0 1 0,1 0 0,-1 0 0,1 0 0,0 0 0,0 0 0,1 0 0,-1 0 0,5-5 0,3-6 0,221-392 0,-84 87 0,-134 296 0,-13 24 0,0-1 0,0 1 0,0 0 0,1 0 0,-1 0 0,0 0 0,0-1 0,0 1 0,1 0 0,-1 0 0,0 0 0,0 0 0,0 0 0,1 0 0,-1-1 0,0 1 0,0 0 0,0 0 0,1 0 0,-1 0 0,0 0 0,0 0 0,1 0 0,-1 0 0,0 0 0,0 0 0,0 0 0,1 0 0,-1 0 0,0 0 0,0 1 0,1-1 0,-1 0 0,0 0 0,0 0 0,0 0 0,1 0 0,-1 0 0,0 0 0,0 1 0,0-1 0,0 0 0,1 0 0,-1 0 0,0 1 0,0-1 0,0 0 0,0 0 0,0 0 0,0 1 0,0-1 0,0 0 0,1 0 0,-1 0 0,0 1 0,0-1 0,0 0 0,0 0 0,0 1 0,0-1 0,0 0 0,0 0 0,0 0 0,-1 1 0,5 20 0,-1 248 0,-5-166 0,-31 303 6,14-240-1377,15-116-5455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3.0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0 24575,'-2'42'0,"1"-29"0,0 1 0,1-1 0,1 0 0,-1 1 0,2-1 0,5 21 0,-6-31 0,1-1 0,-1 1 0,1-1 0,0 0 0,-1 1 0,1-1 0,0 0 0,1 0 0,-1 0 0,0-1 0,1 1 0,-1 0 0,0-1 0,1 0 0,0 1 0,-1-1 0,1 0 0,0 0 0,0-1 0,0 1 0,5 0 0,8 1 0,1 0 0,27-2 0,-28-1 0,242-4 0,-252 5 0,1 0 0,0 1 0,-1 0 0,1 0 0,-1 1 0,0-1 0,1 1 0,-1 1 0,0-1 0,0 1 0,0 0 0,0 1 0,-1-1 0,0 1 0,1 0 0,-1 0 0,0 1 0,-1 0 0,1 0 0,-1 0 0,0 0 0,4 7 0,-3-3 0,-1-1 0,0 1 0,0 1 0,-1-1 0,0 0 0,0 1 0,-1-1 0,0 1 0,-1 0 0,0 0 0,-1 0 0,0 0 0,-1-1 0,-1 14 0,-5 18 0,-2 0 0,-2-1 0,-16 41 0,20-65 0,0 0 0,-1-1 0,-1 0 0,0 0 0,-1-1 0,-1 0 0,0-1 0,-1 0 0,0-1 0,-14 12 0,9-12 0,1 0 0,-2-1 0,1-1 0,-20 9 0,28-15 0,-1-1 0,0 0 0,0 0 0,0-1 0,0 0 0,0-1 0,0 0 0,0-1 0,-21-1 0,-7-5-1365,4 0-5461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3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0 24575,'-5'0'0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3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1 112 24575,'0'-1'0,"0"0"0,1 0 0,-1 1 0,0-1 0,1 0 0,-1 0 0,1 0 0,-1 0 0,1 0 0,-1 1 0,1-1 0,-1 0 0,1 1 0,0-1 0,-1 0 0,1 1 0,0-1 0,0 1 0,0-1 0,-1 1 0,1-1 0,0 1 0,0-1 0,0 1 0,0 0 0,0 0 0,1-1 0,33-5 0,-24 5 0,74-14-117,215-34 368,-203 37-1001,108 2 1,-173 10-6077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5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1 469 24575,'71'-4'0,"0"-3"0,-1-3 0,120-34 0,-104 23 0,159-40 0,338-72 0,-506 121 0,128-3 0,77 19 0,-81 0 0,-135-3 0,83-3 0,-129-2 0,-15-3 0,-6 5 0,0 0 0,0 0 0,-1 1 0,1-1 0,0 1 0,-1-1 0,1 1 0,-1 0 0,1-1 0,-1 1 0,0 0 0,0 0 0,1 0 0,-1 0 0,-2 0 0,-39-19 0,-1 2 0,0 2 0,-1 2 0,-1 2 0,-70-9 0,-240-7 0,167 22 0,-316 29 0,443-16 0,25-4 0,1 1 0,-66 18 0,100-22 0,0 1 0,1-1 0,-1 1 0,0 0 0,0-1 0,1 1 0,-1 0 0,0 0 0,1 0 0,-1 0 0,1 0 0,-1 0 0,1 0 0,0 1 0,-1-1 0,0 3 0,1-3 0,1-1 0,0 1 0,0 0 0,0 0 0,0-1 0,0 1 0,0 0 0,0 0 0,1-1 0,-1 1 0,0 0 0,0 0 0,0-1 0,1 1 0,-1 0 0,0-1 0,1 1 0,-1 0 0,1-1 0,-1 1 0,1-1 0,-1 1 0,1-1 0,-1 1 0,1-1 0,1 2 0,6 4 0,2-1 0,-1 1 0,0-2 0,14 6 0,-21-9 0,65 23 0,2-3 0,-1-4 0,82 11 0,-10-1 0,426 51-1365,-472-70-5461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3:57.0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24575,'32'1'0,"0"2"0,41 10 0,-24-5 0,51 9 0,438 51 0,-196-41 0,-330-25 0,1 0 0,-1 1 0,0 1 0,-1 0 0,1 0 0,12 8 0,65 41 0,-31-17 0,-21-15 0,0-2 0,2-1 0,1-3 0,0 0 0,0-3 0,81 14 0,-117-25 0,143 25 0,-98-5 90,-22-8-1545,-3-3-5371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02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1114 86 24575,'123'9'0,"-43"-1"0,138 7 0,184 10 0,-467-30 0,-78-15 0,44 4 0,-330-37-422,-745 5 0,1147 49 419,55 1 25,-6-1 100,113 9 621,132 7-783,534-16 40,-499-2 0,-350 1-1365,24 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02.8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315 169 24575,'527'-28'0,"-409"10"0,129-38 0,-10 2 0,-136 44 0,-75 8 0,-341 8 0,107-6 0,-760 67-1365,889-59-5461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03.9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1 392 24575,'4'0'0,"16"0"0,23-5 0,33-19 0,34-12 0,28-8 0,18-1 0,10-3 0,5 3 0,-4-1 0,-21 8 0,-21 10 0,-27 10 0,-35 8 0,-43 5 0,-33 9 0,-28 4 0,-8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20.8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1809 195 24575,'-2'-1'0,"1"0"0,-1 0 0,0 0 0,0 0 0,1 0 0,-1 0 0,1-1 0,-1 1 0,1-1 0,-1 1 0,-1-3 0,-15-12 0,0 8 0,0 1 0,-1 1 0,-20-5 0,-24-7 0,39 11 0,0 0 0,-1 2 0,0 1 0,-40-2 0,-104 7 0,69 1 0,-454-2 0,533 0 0,1 2 0,-1 0 0,-26 6 0,39-6 0,0 0 0,-1 1 0,1 0 0,0 0 0,1 1 0,-1 0 0,1 0 0,-1 0 0,1 1 0,-9 8 0,16-12 0,0-1 0,-1 0 0,1 1 0,-1-1 0,1 0 0,0 1 0,-1-1 0,1 0 0,0 1 0,0-1 0,-1 1 0,1-1 0,0 1 0,0-1 0,0 0 0,0 1 0,-1-1 0,1 1 0,0-1 0,0 1 0,0-1 0,0 1 0,0-1 0,0 1 0,0-1 0,0 1 0,0-1 0,0 1 0,1-1 0,-1 1 0,0-1 0,0 0 0,0 1 0,1-1 0,-1 1 0,0-1 0,0 1 0,1-1 0,-1 0 0,0 1 0,1-1 0,-1 0 0,0 1 0,1-1 0,-1 0 0,1 0 0,-1 1 0,0-1 0,1 0 0,-1 0 0,1 0 0,-1 0 0,1 1 0,-1-1 0,1 0 0,-1 0 0,1 0 0,-1 0 0,1 0 0,-1 0 0,1 0 0,36 4 0,-34-4 0,380 0 0,-166-3 0,-204 4 0,0-1 0,0 1 0,-1 1 0,1 1 0,-1-1 0,1 2 0,-1 0 0,0 0 0,-1 1 0,1 1 0,-1 0 0,0 0 0,0 1 0,18 16 0,13 12 0,1-1 0,81 46 0,-99-66 0,42 20 0,-66-34 0,-1 1 0,0-1 0,0 0 0,1 0 0,-1 1 0,0-1 0,0 1 0,0-1 0,1 0 0,-1 1 0,0-1 0,0 0 0,0 1 0,0-1 0,0 1 0,0-1 0,0 0 0,0 1 0,0-1 0,0 1 0,0-1 0,0 0 0,0 1 0,0-1 0,0 1 0,0-1 0,-1 0 0,1 1 0,0-1 0,0 0 0,0 1 0,-1-1 0,1 0 0,0 1 0,0-1 0,-1 0 0,1 1 0,0-1 0,-1 0 0,1 0 0,0 0 0,-1 1 0,1-1 0,-21 21 0,14-14 0,-7 7 0,-1-1 0,0-1 0,-1 0 0,0-1 0,-23 12 0,-94 38 0,84-40 0,-58 33 0,-79 71 0,146-100 0,16-9 0,-1-1 0,-28 11 0,33-16 0,1 1 0,0 1 0,1 1 0,0 0 0,1 1 0,-25 27 0,2-3 0,32-30 0,0 2 0,0-1 0,2 1 0,-1 0 0,1 0 0,0 1 0,1 0 0,0 0 0,1 0 0,-3 12 0,2-7 0,0-1 0,-1 0 0,-1-1 0,-14 23 0,18-33 0,-1 0 0,0-1 0,0 1 0,-1-1 0,1 0 0,-1 0 0,0 0 0,1 0 0,-1-1 0,0 0 0,0 0 0,-1 0 0,1-1 0,0 0 0,-1 0 0,1 0 0,0-1 0,-1 1 0,1-1 0,-10-1 0,-3-1 0,-1 0 0,1-1 0,0 0 0,-32-12 0,43 13 0,0-1 0,0 0 0,0 0 0,1-1 0,-1 1 0,1-1 0,0-1 0,-9-7 0,11 8 0,1 0 0,0 0 0,0-1 0,0 1 0,1-1 0,0 1 0,0-1 0,0 0 0,0 0 0,1 0 0,-1 0 0,1 0 0,0-6 0,-1-8 0,1 0 0,1 0 0,0-1 0,1 1 0,7-32 0,32-88 0,-21 83 0,-7 15 0,-2-2 0,-1 1 0,-3-1 0,-1 0 0,-1-54 0,-5 22 0,2-103 0,-1 172 0,2-1 0,-1 1 0,1-1 0,0 1 0,0 0 0,0-1 0,1 1 0,0 0 0,0 1 0,1-1 0,0 1 0,0-1 0,8-7 0,6-5 0,0 2 0,29-20 0,-15 12 0,-11 7 0,0 2 0,40-22 0,-50 32 0,0 0 0,1 1 0,-1 0 0,1 1 0,0 0 0,0 1 0,0 0 0,14 0 0,175 4 0,-60 0 0,-131-3 0,1 2 0,-1-1 0,0 2 0,1-1 0,-1 1 0,0 1 0,0 0 0,0 0 0,0 1 0,-1 0 0,1 1 0,-1 0 0,14 10 0,-7-4 0,-1 1 0,0 1 0,-1 0 0,13 15 0,-22-21 0,1 0 0,-2 0 0,1 0 0,-1 1 0,0-1 0,0 1 0,-1 0 0,0 1 0,-1-1 0,0 0 0,2 14 0,0 1 0,1-1 0,1 1 0,1-1 0,1-1 0,20 39 0,0 0 0,-17-30 0,-1 0 0,-1 1 0,-2 0 0,-1 1 0,3 48 0,-7 164 0,-5-115 0,3-117 0,-1 0 0,0 0 0,-1-1 0,0 1 0,0-1 0,-1 1 0,-1-1 0,0 0 0,-1 0 0,0 0 0,0-1 0,-1 0 0,-1 0 0,0 0 0,0-1 0,-1 0 0,0 0 0,0-1 0,-1 0 0,-14 10 0,-23 14 0,31-20 0,0-1 0,-1-1 0,0 0 0,0-1 0,-1-1 0,0-1 0,0 0 0,-25 6 0,-1-8 0,0-2 0,-75-3 0,70-1 0,28-1 0,0-1 0,1 0 0,0-2 0,-1 0 0,2-1 0,-20-10 0,-34-9 0,-11 5 0,54 14 0,-1-2 0,-40-15 0,25 5 0,1-2 0,1-3 0,-71-48 0,101 62 0,1-1 0,1 0 0,-1 0 0,2-2 0,-1 1 0,2-1 0,0-1 0,0 0 0,1 0 0,0-1 0,2 0 0,-1 0 0,2 0 0,0-1 0,-6-29 0,6-9 0,2 0 0,2 0 0,7-57 0,-3 78 0,1 1 0,8-33 0,-9 52 0,1 1 0,-1-1 0,2 1 0,0 0 0,0 0 0,0 1 0,2 0 0,11-16 0,-9 18 0,1 0 0,-1 1 0,1 0 0,0 0 0,1 1 0,-1 1 0,15-6 0,-9 4 0,-1 0 0,27-19 0,-11 3 0,1-2 0,38-22 0,-57 40 0,0 0 0,0 1 0,0 0 0,1 2 0,0-1 0,24-3 0,1 4 0,0 2 0,58 4 0,-26 0 0,-48 0 0,-1 0 0,34 8 0,-30-4 0,36 2 0,25-7 0,-57-2 0,-1 1 0,43 6 0,-63-4 17,0 1-1,0 0 1,-1 1 0,0-1-1,1 2 1,-1-1-1,7 7 1,-4-5-516,-1 1-1,23 9 1,-7-8-6327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33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1 655 24575,'4'0'0,"7"-5"0,11-1 0,10-9 0,14-12 0,13-19 0,11-16 0,2-12 0,-1-6 0,-9 5 0,-9 6 0,-10 6 0,-3 8 0,-3 10 0,-8 12-8191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34.3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1 447 24575,'33'1'0,"0"-2"0,0-1 0,0-2 0,0 0 0,41-13 0,99-46 0,197-101 0,-92 36 0,-248 116 0,-1 1 0,1 1 0,1 1 0,0 2 0,0 1 0,1 1 0,-1 2 0,1 1 0,34 3 0,43 6 0,-119-3 0,-1 1 0,1 0 0,-1 1 0,1 0 0,1 0 0,-1 1 0,1 0 0,0 1 0,1 0 0,-13 16 0,8-1 0,1-1 0,1 2 0,1 0 0,2 0 0,0 1 0,-6 37 0,1-8 0,12-50-136,-1 0-1,1 0 1,0 1-1,-1-1 1,0 0-1,0 0 1,0-1-1,-1 1 0,-5 7 1,-8 3-6690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35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0 164 24575,'7'-6'0,"0"0"0,1 1 0,-1 0 0,1 0 0,0 0 0,1 1 0,-1 0 0,1 1 0,8-3 0,16-3 0,39-4 0,-11 1 0,48-23 0,-85 26 0,1 0 0,1 1 0,-1 2 0,1 1 0,27-3 0,-52 8 0,0 0 0,1 0 0,-1 0 0,1 0 0,-1 0 0,0 0 0,1 0 0,-1 0 0,0 1 0,1-1 0,-1 1 0,0-1 0,0 1 0,1-1 0,-1 1 0,0-1 0,0 1 0,0 0 0,0 0 0,0 0 0,0 0 0,0 0 0,0 0 0,0 0 0,0 0 0,0 0 0,-1 0 0,1 0 0,0 0 0,-1 1 0,1-1 0,-1 0 0,1 1 0,-1-1 0,0 0 0,0 1 0,1-1 0,-1 0 0,0 1 0,0-1 0,-1 2 0,1 7 0,-2 0 0,1 0 0,-2-1 0,-5 18 0,4-14 0,-10 43 0,3 2 0,2-1 0,3 1 0,3 0 0,3 59 0,1-101-105,1-1 0,0 1 0,1-1 0,1 1 0,0-1 0,1 0 0,0 0 0,2-1 0,0 0 0,0 0 0,1 0 0,14 17 0,2 0-6721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37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0 275 24575,'53'-1'0,"-16"0"0,1 1 0,54 9 0,-80-7 0,0 1 0,0 0 0,0 1 0,0 0 0,-1 1 0,1 0 0,-1 1 0,-1 0 0,1 1 0,-1 0 0,13 13 0,-14-14 0,-1 1 0,1-1 0,0-1 0,1 0 0,-1 0 0,1 0 0,0-2 0,0 1 0,1-1 0,-1 0 0,0-1 0,1-1 0,0 1 0,-1-2 0,1 1 0,0-2 0,15-1 0,17-4 0,-1-2 0,80-26 0,-121 33 0,8-1 0,39-16 0,-47 18 0,0 0 0,0-1 0,0 1 0,0 0 0,0-1 0,0 1 0,0-1 0,-1 1 0,1-1 0,0 0 0,0 1 0,0-1 0,-1 0 0,1 1 0,0-1 0,-1 0 0,1 0 0,-1 0 0,1 0 0,-1 1 0,1-1 0,-1 0 0,0 0 0,1 0 0,-1 0 0,0 0 0,0 0 0,0 0 0,1 0 0,-1 0 0,0 0 0,-1 0 0,1 0 0,0 0 0,0 0 0,0 0 0,0 0 0,-1 0 0,0-2 0,-9-9 0,-2-1 0,1 1 0,-2 1 0,1 0 0,-1 0 0,-27-14 0,29 17 0,-236-147 0,230 143 0,12 8 0,0 0 0,0 0 0,0 1 0,-1-1 0,1 1 0,-1 1 0,0-1 0,0 1 0,0 0 0,0 0 0,-8-1 0,13 3 0,1 0 0,-1 0 0,1 0 0,-1 0 0,1 0 0,-1 0 0,1 0 0,-1 0 0,1 0 0,-1 0 0,1 0 0,-1 0 0,1 0 0,-1 1 0,1-1 0,-1 0 0,1 0 0,0 1 0,-1-1 0,1 0 0,-1 0 0,1 1 0,0-1 0,-1 0 0,1 1 0,0-1 0,0 1 0,-1-1 0,1 0 0,0 1 0,0-1 0,-1 1 0,7 15 0,22 11 0,-18-22 0,0 0 0,0-1 0,0 0 0,0 0 0,0-2 0,21 4 0,-5-3 0,43 0 0,-61-3 97,-12-1-1559,-5 0-5364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4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24575,'9'0'0,"8"0"0,10 5 0,15 1 0,4 0 0,5-2 0,16 0 0,6-2 0,9-1 0,14-1 0,0 0 0,7 0 0,-5 0 0,-14 0 0,-17 0 0,-11-1 0,-10 1 0,-12 0-8191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47.4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48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24575,'5'5'0,"5"6"0,12 10 0,14 26 0,17 17 0,12 8 0,0 1 0,3-7 0,-6-11 0,-8-9 0,-18-13 0,-21-12 0,-21-9 0,-19-8 0,-10-3 0,-4-3 0,0 0 0,7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56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1 24575,'-1'19'0,"0"1"0,-2-1 0,0 0 0,-11 35 0,-33 71 0,-3 7 0,20-23 0,4 2 0,-15 140 0,40-244 0,1 1 0,-1-1 0,1 1 0,1-1 0,-1 1 0,4 12 0,-3-18 0,-1 0 0,1 0 0,0 0 0,0 0 0,0 0 0,1 0 0,-1 0 0,0 0 0,1 0 0,-1-1 0,1 1 0,-1-1 0,1 1 0,0-1 0,0 1 0,0-1 0,0 0 0,0 0 0,0 0 0,0 0 0,0 0 0,0-1 0,0 1 0,1-1 0,-1 1 0,3-1 0,32 3 0,-1-2 0,67-6 0,-59 1 0,-18 2 0,-1-2 0,0 0 0,0-2 0,0-1 0,40-17 0,110-66 0,-118 58 0,-43 26-82,-1 1 0,0 1 0,1 0 0,0 1 0,0 0 0,0 1-1,0 1 1,0 0 0,1 0 0,25 4 0,-28-2-380,17 0-6364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57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4:59.7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1 100 24575,'4'-4'0,"7"-3"0,6 1 0,4 1 0,-1-3 0,5 0 0,4 1 0,1-8 0,-1 0 0,1 1 0,-6 4-8191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5:16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50 24575,'104'1'0,"117"-3"0,-123-11 0,-60 7 0,44-2 0,-36 5-682,61-11-1,-78 9-6143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5:20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24575,'824'-17'0,"-411"4"-1365,-384 13-5461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5:21.9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24575,'1705'0'-1365,"-1677"0"-5461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5:44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115 877 24575,'54'1'0,"-29"0"0,-1 0 0,1-2 0,0 0 0,-1-2 0,1-1 0,41-11 0,-43 7 0,0 1 0,1 1 0,-1 2 0,37-3 0,96 5 0,-97 3 0,-38-2 0,1 0 0,-1-2 0,0 0 0,1-1 0,-2-1 0,1-2 0,-1 1 0,1-2 0,-2-1 0,34-20 0,-46 25 0,-1-1 0,0 0 0,0 0 0,-1-1 0,0 0 0,0 0 0,0 0 0,0 0 0,6-14 0,1-6 0,13-39 0,-16 41 0,19-41 0,-21 52 0,-2 0 0,1-1 0,-2 1 0,0-1 0,0-1 0,-2 1 0,0 0 0,1-17 0,-2-11 0,-6-63 0,4 100 0,1 1 0,-1-1 0,0 0 0,0 1 0,-1 0 0,1-1 0,-1 1 0,0 0 0,0 0 0,-1 0 0,1 0 0,-1 0 0,0 1 0,0-1 0,0 1 0,0-1 0,0 1 0,-1 0 0,0 1 0,-4-4 0,-8-2 0,1 0 0,-1 2 0,0 0 0,-21-5 0,-32-13 0,45 13 0,0 1 0,0 1 0,-1 1 0,-1 1 0,1 2 0,-1 0 0,0 1 0,-48 1 0,-422 5 0,488-2 0,1 0 0,-1 1 0,0 0 0,0 0 0,0 0 0,1 1 0,-1 1 0,-10 3 0,15-4 0,-1 0 0,1 0 0,0 0 0,0 1 0,0-1 0,0 1 0,0-1 0,1 1 0,-1 0 0,1 0 0,0 0 0,0 1 0,0-1 0,0 0 0,1 1 0,-1 0 0,1-1 0,0 1 0,-2 6 0,-43 262 0,38-208 0,4 0 0,2 0 0,7 76 0,-4-136 0,-1 0 0,1 0 0,1 0 0,-1 0 0,0-1 0,1 1 0,0 0 0,0-1 0,0 1 0,0-1 0,1 0 0,-1 0 0,1 0 0,5 5 0,5 3 0,0-1 0,19 11 0,-5-3 0,-1 0-1365,-4-3-5461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5:5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43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0 145 24575,'13'-1'0,"0"0"0,0 0 0,0-1 0,-1-1 0,1 0 0,-1-1 0,1-1 0,-1 1 0,-1-2 0,1 0 0,-1 0 0,0-1 0,0 0 0,17-17 0,-20 18 0,-1-1 0,1 1 0,1 1 0,-1 0 0,1 0 0,0 0 0,0 1 0,0 0 0,1 1 0,-1 0 0,1 1 0,0 0 0,10-1 0,18 0 0,-1 2 0,47 4 0,-6 0 0,3067 0-6493,-1653-5 4388,-1013 2 2105,-56 0 0,-74 0 38,-236 0 533,312 0-1067,-141 0 7990,-87 14-6418,-5 0-1161,307-14 85,622 16 0,-122-4-55,-648-14-1255,-328 2-5516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44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24575,'4'0'0,"7"0"0,1 5 0,3 15 0,-1 13 0,2 25 0,-2 30 0,-3 19 0,6 10 0,-1-2 0,-2-6 0,-3-12 0,-5-18 0,-2-18 0,-2-19-8191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45.1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1 480 24575,'6'3'0,"1"0"0,0 0 0,0-1 0,0 1 0,0-1 0,0-1 0,0 0 0,1 0 0,-1 0 0,0-1 0,1 0 0,-1 0 0,15-3 0,-14 1 0,0-1 0,0 0 0,0 0 0,-1-1 0,1 0 0,-1 0 0,0-1 0,0 0 0,0 0 0,0-1 0,9-10 0,31-39 0,46-70 0,8-10 0,-98 131 0,17-20 0,0 1 0,34-30 0,-52 51 0,0 1 0,0-1 0,0 0 0,0 1 0,0 0 0,0-1 0,1 1 0,-1 0 0,0 0 0,1 1 0,-1-1 0,0 0 0,1 1 0,-1-1 0,1 1 0,-1 0 0,5 0 0,-6 0 0,0 1 0,1-1 0,-1 1 0,1 0 0,-1-1 0,0 1 0,1 0 0,-1 0 0,0 0 0,0 0 0,0 0 0,0 0 0,0 1 0,0-1 0,0 0 0,0 0 0,0 1 0,-1-1 0,1 0 0,1 3 0,1 7 0,-1 0 0,0 0 0,0 0 0,-1 0 0,0 0 0,-1 14 0,-5 70 0,-4 1 0,-4-1 0,-31 110 0,27-152-1365,0-13-5461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47.1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 24575,'5'-8'0,"0"0"0,1 0 0,0 1 0,1 0 0,10-10 0,3-3 0,-14 14 0,0 1 0,0-1 0,1 1 0,0 0 0,0 1 0,0-1 0,0 2 0,1-1 0,0 1 0,0 0 0,-1 0 0,17-2 0,4 1 0,2 1 0,42 2 0,-27 1 0,1932 9-3306,-1257 1-248,-223-5 2762,-60-1 556,-84-2-708,342-1 2276,-678 0-36,0 0 0,0 0 1,0 2-1,17 5 1,-10-1-827,-1 1 1,27 13 0,-1 4-668,76 54 0,-92-55 197,-2 2 0,0 1 0,40 47 0,73 105 0,-65-77 0,289 384 0,-323-422 0,-11-14 0,77 86 0,-99-123 0,1-1 0,1 0 0,-1-1 0,2-1 0,-1 0 0,2-1 0,-1 0 0,1-2 0,0 0 0,1 0 0,18 4 0,-21-7 0,1 1 0,-2 1 0,1 0 0,-1 1 0,0 0 0,17 12 0,0 1 0,-30-20-1,0 0 0,0 0 0,0-1-1,0 1 1,0 0 0,0 0 0,0 0-1,0 0 1,0 0 0,0 0 0,0 0-1,0 0 1,0 0 0,0 0 0,0 0-1,0 0 1,1 0 0,-1 0 0,0 0-1,0 0 1,0 0 0,0 0 0,0 0-1,0 0 1,0 0 0,0 0 0,0 0-1,0 0 1,0 0 0,0 0 0,0 0-1,0 0 1,1 0 0,-1 0 0,0 0 0,0 0-1,0 0 1,-5-6-1317,-6-3-5508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48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1778 24575,'0'3'0,"0"0"0,0 0 0,1 0 0,0 0 0,-1 0 0,1 0 0,0-1 0,0 1 0,0 0 0,1-1 0,-1 1 0,1-1 0,-1 1 0,1-1 0,0 1 0,0-1 0,0 0 0,0 0 0,0 0 0,1 0 0,-1-1 0,1 1 0,-1 0 0,1-1 0,-1 0 0,1 0 0,0 1 0,0-2 0,0 1 0,-1 0 0,5 0 0,1 1 0,1-1 0,0 0 0,-1-1 0,1 0 0,0 0 0,-1-1 0,1 0 0,0 0 0,15-5 0,1-4 0,-1 0 0,-1-2 0,35-22 0,69-56 0,-59 40 0,1675-1071-5707,-1418 946 5331,-52 41 376,-257 127 1,217-98-10,-165 78 1,99-24 0,-148 47 426,-1 0 1,1 2-1,-1 0 0,1 1 0,0 1 0,0 0 0,0 2 1,29 5-1,74 7 663,228-5 0,-233-10-900,435 22-181,147 14 0,2-35 0,-285-3 0,-357 3 0,1055 17 0,-1025-14 0,307 22 0,-273-16-1365,-95-8-5461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50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7684 24575,'78'-25'0,"83"-29"0,781-245-1825,22 74 0,-251 59 1169,-18-58-150,163-166 943,-272 61-137,-189 100 0,629-294-56,-460 242 430,111-102 1358,-52-68-1872,-562 398-23,395-345 2499,-439 380-2246,-1-2-1,-1 0 0,-1-2 0,-1 1 0,-1-2 1,0 0-1,-2-1 0,-1 0 0,11-33 0,229-801-89,-191 590 0,30-176 0,16 17 0,-68 297 0,68-208 0,29-106 0,-48 26 0,-79 375-1365,-1 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51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24575,'1094'0'-1365,"-1069"0"-5461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6:52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364 1 24575,'9'4'0,"4"17"0,-6 12 0,-4 25 0,-7 21 0,-12 16 0,-8 14 0,-14 8 0,-10 7 0,-10 1 0,0-7 0,9-14 0,9-20 0,12-16 0,9-13 0,9-13 0,6-13-8191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7:14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1319 24575,'920'0'0,"-909"0"0,0-1 0,0 0 0,0 0 0,-1-1 0,1 0 0,0-1 0,-1-1 0,1 1 0,-1-2 0,0 1 0,-1-1 0,18-12 0,44-29 0,-25 17 0,62-51 0,-94 69 0,-2-1 0,1-1 0,-2 0 0,0-1 0,0 0 0,-1-1 0,-1 0 0,13-28 0,-10 11 0,0 0 0,-2-1 0,-2 0 0,-1 0 0,-1-1 0,-2 0 0,-1-34 0,-3 42 0,-2 0 0,0 0 0,-2 1 0,-1-1 0,-1 1 0,-1 0 0,-1 1 0,-1-1 0,-24-42 0,10 29 0,-3 0 0,-1 2 0,-2 1 0,-1 1 0,-1 1 0,-2 2 0,-2 2 0,-41-29 0,68 53 0,-1 0 0,0 0 0,-1 1 0,1 0 0,-1 0 0,0 1 0,0 1 0,0 0 0,0 0 0,-11 0 0,-14 0 0,-56 6 0,23-1 0,50-3 0,0 1 0,-1 1 0,1 1 0,0 0 0,0 2 0,0 0 0,1 0 0,0 2 0,0 0 0,0 1 0,1 1 0,0 0 0,1 1 0,-25 21 0,-79 82 0,7-6 0,78-77 0,1 0 0,1 2 0,-33 45 0,54-63 0,-1 0 0,-14 12 0,19-20 0,0 1 0,0 0 0,1 0 0,0 0 0,0 1 0,1 0 0,0 0 0,0 1 0,1-1 0,-6 18 0,4 3 0,1 1 0,2-1 0,1 1 0,5 57 0,-2-26 0,-1 25 0,4 114 0,0-156 0,1 0 0,16 65 0,-19-101-151,1 0-1,-1-1 0,1 1 0,0-1 1,1 0-1,0 0 0,0 0 1,7 8-1,11 7-6674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7:27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24575,'74'0'0,"575"11"0,-300 4 0,499 34 0,-183-14 0,497-37 62,-604 4-1489,-528-2-5399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7:47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12 24575,'-5'0'0,"-5"0"0,-2-5 0,1-1-8191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04.4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24575,'0'5'0,"0"15"0,0 14 0,0 19 0,0 15 0,0 5 0,0 4 0,0 3 0,0-3 0,0-10 0,-9-2 0,-4-8 0,2-9 0,1-7 0,3-7 0,3-9-8191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05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1 24575,'-9'1'0,"-1"0"0,1 0 0,0 1 0,0 0 0,0 1 0,0 0 0,0 0 0,0 1 0,1 0 0,0 1 0,-13 9 0,-6 6 0,-44 43 0,47-42 0,-2-1 0,-45 28 0,-7 4 0,76-50 0,0-1 0,0 1 0,-1 0 0,1 0 0,1 0 0,-1 0 0,0 0 0,0 0 0,1 0 0,-1 1 0,1-1 0,0 1 0,0-1 0,0 1 0,-1 2 0,2-3 0,0 0 0,0 0 0,0 0 0,0 0 0,0-1 0,1 1 0,-1 0 0,1 0 0,-1 0 0,1-1 0,0 1 0,0 0 0,0-1 0,0 1 0,0 0 0,0-1 0,0 1 0,0-1 0,0 0 0,1 1 0,-1-1 0,1 0 0,1 2 0,6 2 0,0 1 0,0-1 0,1 0 0,-1-1 0,1 0 0,0-1 0,17 4 0,78 11 0,-89-16 0,36 4 0,-21-3 0,0 1 0,0 2 0,47 15 0,63 37-1365,-123-49-5461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06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24575,'5'0'0,"5"0"0,12 0 0,10 0 0,14 0 0,5 0 0,1 0 0,-2 0 0,-6 0 0,-5 0 0,0 0 0,-3 0 0,-6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07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24575,'5'0'0,"10"0"0,8 0 0,4 0 0,3 0 0,0 0 0,0 0 0,0 0 0,-1 0 0,4 0 0,1 0 0,-1 0 0,-1 0 0,-1 0 0,-2 0 0,-1 0 0,-5 0-8191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08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24575,'1'24'0,"0"0"0,2 0 0,0 0 0,2 0 0,1-1 0,0 0 0,14 30 0,-18-48 0,0-1 0,0 1 0,1-1 0,0 1 0,0-1 0,0 0 0,0 0 0,0-1 0,1 1 0,0-1 0,0 0 0,0 0 0,0 0 0,7 4 0,2-2 0,0 0 0,0 0 0,26 4 0,-29-6 0,-2-1 0,0 1 0,0 1 0,0-1 0,-1 1 0,0 0 0,0 1 0,0 0 0,12 11 0,-4-2 0,-1 1 0,20 25 0,-32-37 0,-1 1 0,1 0 0,-1-1 0,1 1 0,-1 0 0,0 0 0,0-1 0,-1 1 0,1 0 0,-1 0 0,0 0 0,0 0 0,0 0 0,-1 0 0,1 0 0,-1 0 0,0 0 0,0 0 0,0-1 0,-1 1 0,1 0 0,-1-1 0,0 1 0,-2 3 0,-8 12 0,0 0 0,-29 33 0,36-46 0,-20 26-106,13-15 221,-27 26 1,35-39-252,-1 0 1,0 0-1,0 0 1,0-1 0,0 0-1,-1 0 1,1 0-1,-1-1 1,0 1-1,-8 1 1,-11 0-6691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09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24575,'4'0'0,"7"0"0,6 0 0,5 0 0,12 0 0,19 0 0,19 0 0,12 0 0,9 0 0,4 0 0,-11 0 0,-15 0 0,-15 0 0,-12 0 0,-14 0-8191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47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24575,'-5'0'0,"-1"4"0,0 7 0,1 6 0,2 5 0,1 7 0,1 4 0,5-4 0,12-6 0,2-17 0,-1-14 0,-8-6 0,-11 0 0,-10 2 0,-2 3-8191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33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24575,'11'9'0,"1"0"0,0-1 0,18 10 0,-11-6 0,-8-5 0,0-1 0,1 0 0,-1-1 0,20 6 0,-28-10 0,-1 0 0,1-1 0,0 1 0,-1-1 0,1 0 0,0 0 0,-1 0 0,1 0 0,0 0 0,-1-1 0,1 1 0,3-2 0,-4 1 0,-1 0 0,1 0 0,-1 0 0,1 0 0,-1 0 0,0 0 0,0 0 0,0 0 0,0-1 0,0 1 0,0 0 0,0-1 0,0 1 0,0-1 0,0 1 0,-1-1 0,1 1 0,-1-1 0,1 0 0,-1 1 0,0-1 0,1-1 0,-1 1 0,0 0 0,0 1 0,0-1 0,0 1 0,0-1 0,0 1 0,0-1 0,0 0 0,-1 1 0,1-1 0,-1 1 0,1-1 0,-1 1 0,0-1 0,1 1 0,-1 0 0,0-1 0,0 1 0,0 0 0,-2-2 0,0 0 0,0 1 0,1 0 0,-1 0 0,-1 0 0,1 0 0,0 1 0,0-1 0,-1 1 0,-3-1 0,-1 0 0,0 0 0,-1 1 0,0-1 0,1 2 0,-1-1 0,0 1 0,-10 2 0,16-2 0,-1 1 0,0 0 0,1 0 0,-1 0 0,0 1 0,1-1 0,-1 1 0,1 0 0,0-1 0,-5 5 0,8-6 0,-1 1 0,0 0 0,1 0 0,-1 0 0,0 0 0,1 0 0,-1 0 0,1 0 0,-1 0 0,1 0 0,0 0 0,0 0 0,-1 0 0,1 0 0,0 0 0,0 0 0,0 0 0,0 0 0,0 0 0,0 0 0,0 0 0,0 0 0,1 0 0,-1 0 0,0 0 0,1 0 0,-1 0 0,0 0 0,1 0 0,-1 0 0,1 0 0,0 0 0,-1 0 0,1 0 0,0 0 0,0-1 0,-1 1 0,1 0 0,2 1 0,6 5 20,0 1-1,1-1 1,0 0-1,0-1 1,19 8-1,21 14-1501,-23-9-5344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09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1 109 24575,'1524'0'0,"-1508"0"0,1-1 0,-1-1 0,0 0 0,0-1 0,0-1 0,0-1 0,0 0 0,-1-1 0,20-10 0,-5 4 0,0 0 0,0 2 0,2 2 0,-1 1 0,1 1 0,58-3 0,197 15 0,-181-1 0,1456 12 0,-1032-19 0,1891 2-1365,-2397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40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24575,'3094'0'-1365,"-3065"0"-5461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23.5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24575,'5'0'0,"6"0"0,11 0 0,5 0 0,4 0 0,1 0 0,-1 0 0,0 0 0,-2 0 0,5 0 0,0 0 0,-1 0 0,-5 0-8191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25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75 346 24575,'-21'-2'0,"16"2"0,0-1 0,1 1 0,-1 0 0,0 0 0,0 1 0,0-1 0,-8 3 0,12-3 0,1 1 0,0-1 0,-1 0 0,1 0 0,0 1 0,-1-1 0,1 0 0,0 1 0,-1-1 0,1 1 0,0-1 0,-1 0 0,1 1 0,0-1 0,0 1 0,0-1 0,-1 1 0,1-1 0,0 1 0,0-1 0,0 0 0,0 1 0,0-1 0,0 1 0,0-1 0,0 1 0,0-1 0,0 1 0,0-1 0,0 1 0,1-1 0,-1 1 0,0-1 0,0 1 0,0-1 0,1 0 0,-1 1 0,0-1 0,0 1 0,1-1 0,-1 0 0,0 1 0,1-1 0,15 18 0,-10-13 0,0-1 0,0 0 0,1 0 0,-1-1 0,1 0 0,0 0 0,0 0 0,0-1 0,0 0 0,0 0 0,0-1 0,0 0 0,1 0 0,-1-1 0,1 0 0,-1 0 0,0-1 0,1 0 0,-1 0 0,0 0 0,0-1 0,0-1 0,0 1 0,0-1 0,0 0 0,-1 0 0,8-6 0,-3 3 0,-1 1 0,1 0 0,17-6 0,-20 9 0,0-1 0,0-1 0,0 1 0,0-1 0,0-1 0,-1 1 0,9-8 0,-14 10 0,-1 1 0,0-1 0,0 0 0,0 1 0,0-1 0,0 0 0,0 0 0,0 1 0,-1-1 0,1 0 0,0 0 0,-1 0 0,0 0 0,1 0 0,-1 0 0,0 0 0,0 0 0,0 0 0,-1 0 0,1 0 0,0 0 0,-1 0 0,1 0 0,-1 1 0,1-1 0,-1 0 0,0 0 0,-1-2 0,-4-7 0,-1 0 0,0 0 0,-12-14 0,3 4 0,-8-14 0,3 3 0,-1 1 0,-45-48 0,66 78 0,0-1 0,-1 1 0,1 0 0,0 0 0,-1 0 0,1 0 0,0 0 0,-1 0 0,1 0 0,-1 0 0,0 1 0,1-1 0,-1 0 0,0 1 0,1-1 0,-5 1 0,6 0 0,-1 0 0,0 0 0,0 1 0,0-1 0,1 0 0,-1 1 0,0-1 0,1 1 0,-1-1 0,0 1 0,1-1 0,-1 1 0,0 0 0,1-1 0,-1 1 0,1 0 0,0-1 0,-1 1 0,1 0 0,-1 0 0,1-1 0,0 1 0,0 0 0,-1 1 0,-1 7 0,1 0 0,0 1 0,0-1 0,1 17 0,0-19 0,0 24 0,8 198 0,-8-226 0,1-1 0,-1 1 0,1 0 0,0-1 0,0 1 0,0-1 0,0 1 0,0-1 0,0 0 0,1 1 0,-1-1 0,1 0 0,-1 0 0,1 0 0,0 0 0,0 0 0,0 0 0,0 0 0,0-1 0,0 1 0,1-1 0,-1 0 0,1 1 0,-1-1 0,1 0 0,-1-1 0,1 1 0,-1 0 0,1-1 0,4 1 0,-4 0 0,1-1 0,0 0 0,0 0 0,0 0 0,-1 0 0,1-1 0,0 0 0,-1 0 0,1 0 0,0 0 0,-1 0 0,1 0 0,-1-1 0,0 0 0,1 0 0,-1 0 0,0 0 0,0 0 0,0-1 0,0 1 0,3-6 0,-2 3 0,-1-1 0,0 0 0,0 0 0,-1-1 0,0 1 0,0 0 0,0-1 0,-1 1 0,0-1 0,0 0 0,-1 1 0,1-1 0,-2 0 0,1 1 0,-1-1 0,0 0 0,0 1 0,-1-1 0,1 1 0,-2 0 0,-3-9 0,-2-4 0,-1 0 0,-1 1 0,0 0 0,-2 0 0,-21-25 0,27 36 0,-1 0 0,0 0 0,0 1 0,0 0 0,-1 0 0,0 0 0,-11-5 0,17 10 0,0 0 0,0 0 0,0 0 0,1 1 0,-1-1 0,0 0 0,0 1 0,0 0 0,0-1 0,0 1 0,0 0 0,0 0 0,0 0 0,0 0 0,0 0 0,0 1 0,0-1 0,0 1 0,0-1 0,0 1 0,0 0 0,0-1 0,1 1 0,-1 0 0,0 0 0,0 0 0,1 1 0,-1-1 0,1 0 0,-1 1 0,1-1 0,0 1 0,-1-1 0,1 1 0,0-1 0,0 1 0,0 0 0,0 0 0,0 0 0,0 3 0,-3 4 0,1 0 0,1-1 0,0 1 0,0 1 0,0-1 0,1 0 0,1 0 0,0 0 0,1 18 0,0-23 0,-1 0 0,1 0 0,0 1 0,0-1 0,1 0 0,-1 0 0,1 0 0,0 0 0,0 0 0,0 0 0,1-1 0,-1 1 0,1-1 0,0 0 0,0 1 0,0-1 0,0 0 0,1-1 0,-1 1 0,1-1 0,-1 1 0,8 2 0,32 15 0,-31-13 0,0-1 0,1-1 0,-1 0 0,1 0 0,16 2 0,-29-7-1,0 1 0,0-1-1,0 0 1,1 0 0,-1 0-1,0 0 1,0 0 0,0 1-1,1-1 1,-1 0 0,0 0-1,0 0 1,0 0 0,1 0-1,-1 0 1,0 0 0,0 0-1,0 0 1,1 0 0,-1 0-1,0 0 1,0 0 0,1 0-1,-1 0 1,0 0 0,0 0-1,0 0 1,1 0 0,-1 0-1,0-1 1,0 1 0,0 0-1,1 0 1,-1 0 0,0 0-1,0 0 1,0 0 0,0-1-1,1 1 1,-1 0 0,0 0-1,0 0 1,0-1 0,0 1-1,0 0 1,0 0 0,1-1-1,-12-7 161,-21-7-1619,7 8-5366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45.0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24575,'26'1'0,"0"1"0,0 0 0,-1 3 0,1 0 0,-1 1 0,0 1 0,0 2 0,32 15 0,-44-19 0,0-1 0,1 0 0,-1-1 0,1 0 0,23 1 0,-27-4 0,0 0 0,0 1 0,0 1 0,0 0 0,0 0 0,0 1 0,-1 0 0,1 1 0,-1 0 0,0 1 0,0-1 0,8 7 0,-3 0 0,0 0 0,0-1 0,21 9 0,-29-15 0,1-1 0,0 0 0,1-1 0,-1 0 0,0 0 0,1 0 0,-1-1 0,1 0 0,13-1 0,-30 1 0,0 0 0,0 0 0,-1 1 0,1 0 0,0 0 0,0 1 0,1 1 0,-1-1 0,0 1 0,1 1 0,0-1 0,0 2 0,1-1 0,-1 1 0,1 0 0,-8 9 0,6-8 0,1 0 0,-2-1 0,1 0 0,-1 0 0,-13 5 0,11-5 0,0 1 0,0-1 0,-13 12 0,-19 15 0,-90 54 0,125-81-151,0 0-1,0 0 0,1 1 0,0 0 1,0 0-1,1 1 0,0 0 1,-7 9-1,5-1-6674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46.3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24575,'11'0'0,"17"0"0,0 1 0,35 5 0,-54-4 0,0 0 0,-1 0 0,1 1 0,-1 0 0,1 1 0,-1 0 0,0 0 0,-1 0 0,1 1 0,-1 1 0,8 6 0,92 97 0,-49-46 0,-42-46 15,-1 2 1,17 28-1,-5-8-1426,-15-22-5415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4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1 24575,'-12'0'0,"0"0"0,0 1 0,0 0 0,-1 1 0,-19 6 0,26-6 0,0 1 0,0 0 0,0 0 0,0 0 0,1 1 0,-1 0 0,1 0 0,0 1 0,0-1 0,1 1 0,-1 0 0,-3 6 0,0 0 0,0 1 0,0 0 0,1 1 0,1-1 0,-9 27 0,13-35 0,1 0 0,-1-1 0,0 1 0,-1 0 0,1-1 0,0 0 0,-1 1 0,0-1 0,0 0 0,0 0 0,0-1 0,0 1 0,-1 0 0,1-1 0,-1 0 0,0 0 0,1 0 0,-6 1 0,-9 4 0,0-2 0,-35 7 0,13-3 0,12-2-1365,2-2-5461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49.7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24575,'4'0'0,"7"0"0,10 0 0,7 0 0,2 0 0,2 0 0,-5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50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52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 1 24575,'-5'0'0,"-6"0"0,-5 0 0,-1 5 0,8 1 0,9 0 0,10-1 0,3-1-8191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55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24575,'5'9'0,"6"3"0,5 0 0,10-3 0,5 3 0,2-2 0,0 3 0,-1-2 0,-2 3 0,0-1 0,-7 2 0,4-2 0,0-3 0,2-3 0,-1-3 0,-4 3 0,-2-1 0,-5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56.0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24575,'5'0'0,"6"0"0,5 0 0,5 0 0,4 9 0,-3 9 0,0 0 0,1 2 0,-4 2 0,-5-2-8191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57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0 24575,'-4'0'0,"-7"10"0,-6 2 0,-5 4 0,-3 0 0,3 1 0,-4-2 0,2 1 0,0-2 0,0-4 0,4 2 0,1-2 0,-1-2 0,2 2 0,6-1-8191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9:58.7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1 195 24575,'52'2'0,"-36"0"0,0-1 0,0-1 0,1 0 0,-1-2 0,0 1 0,0-2 0,26-7 0,-40 9 0,1-1 0,-1 1 0,1-1 0,-1 0 0,0 1 0,0-1 0,0 0 0,0 0 0,0 0 0,0-1 0,0 1 0,-1 0 0,1-1 0,-1 1 0,1-1 0,-1 0 0,0 1 0,0-1 0,0 0 0,-1 0 0,1-3 0,1 1 0,-1 0 0,1 0 0,-1 1 0,1-1 0,0 1 0,4-6 0,-1 3-65,1-1 0,-1 1 0,2 1 0,-1-1 0,1 1 0,-1 0 0,2 1 0,-1-1 0,1 2 0,-1-1 0,1 1 0,1 0 0,-1 0 0,0 1 0,1 0 0,0 1 0,-1 0 0,1 0 0,0 1 0,17 0 0,-2 1-6761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0:0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0 24575,'-4'0'0,"-7"10"0,-6 2 0,0 4 0,-6 0 0,-5-4 0,4 2 0,0-3 0,5 3 0,6-2-8191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1:11.7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1094 24575,'0'-10'0,"0"-7"0,0-5 0,0-9 0,0-22 0,0-20 0,-4-17 0,-3-11 0,2-12 0,-5-6 0,1 5 0,-4 15 0,1 22 0,3 18 0,2 14 0,3 11 0,-3 11 0,0 10-8191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1:12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0 525 24575,'0'-27'0,"1"0"0,2 0 0,0 1 0,2-1 0,0 1 0,2 0 0,1 1 0,1 0 0,2 0 0,0 1 0,15-24 0,-13 27 0,68-100 0,-77 117 0,0-1 0,0 1 0,0 0 0,0 1 0,1-1 0,0 1 0,0 0 0,0 0 0,0 0 0,0 1 0,0-1 0,1 1 0,-1 1 0,1-1 0,-1 1 0,1 0 0,0 0 0,0 0 0,6 1 0,11 1 0,-1 1 0,0 1 0,36 8 0,-35-6 0,39 7 0,-29-7 0,0 2 0,-1 1 0,53 21 0,-79-26 8,-1 0 0,0 0 0,0 0 0,0 1 0,0 0 0,-1 0 0,0 1 1,1-1-1,-1 1 0,-1 0 0,1 0 0,-1 0 0,5 10 0,0 3-425,-1 1 0,9 34 0,-15-48 190,6 22-6599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1:18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37 24575,'-8'0'0,"0"0"0,-1 1 0,1 0 0,0 0 0,0 0 0,0 1 0,-13 5 0,16-4 0,0 0 0,0 0 0,0 0 0,0 1 0,0-1 0,1 1 0,0 1 0,0-1 0,0 1 0,0-1 0,-3 8 0,-1 0 0,1-1 0,1 2 0,0-1 0,1 1 0,0 0 0,-4 18 0,3-3 0,2 0 0,0 31 0,-7 75 0,-3 71 0,13 611 0,3-385 0,1-396 0,1 0 0,2 0 0,1-1 0,2 0 0,13 34 0,0 1 0,-16-47 0,3 4 0,-2 0 0,7 54 0,-14-71 0,2 13 0,8 43 0,-9-60 0,0-1 0,0 1 0,1-1 0,-1 0 0,1 0 0,0 0 0,0 1 0,0-2 0,1 1 0,-1 0 0,1-1 0,0 1 0,0-1 0,1 0 0,-1 0 0,5 4 0,30 11 0,14 8 0,-47-22 0,2 0 0,-1 0 0,0-1 0,1 0 0,-1 0 0,1 0 0,0-1 0,0 0 0,10 2 0,-13-4 0,-1 0 0,0 0 0,0-1 0,0 1 0,0 0 0,0-1 0,1 0 0,-1 0 0,0 0 0,0 0 0,-1 0 0,1-1 0,0 1 0,0-1 0,-1 0 0,1 0 0,-1 0 0,1 0 0,-1 0 0,0-1 0,0 1 0,0-1 0,0 1 0,2-6 0,5-8 0,-2-1 0,0 0 0,0-1 0,-2 1 0,0-1 0,-1 0 0,2-33 0,-2 22 0,15-55 0,-17 79 0,0 0 0,0 0 0,1 1 0,0-1 0,0 1 0,0-1 0,1 1 0,-1 0 0,1 0 0,0 0 0,6-4 0,52-31 0,-40 27 0,49-26 0,-45 26 0,0-2 0,-1-1 0,28-22 0,-46 32 0,0-1 0,-1 0 0,0-1 0,0 1 0,-1-1 0,0 0 0,0-1 0,0 1 0,-1-1 0,0 0 0,-1 0 0,0 0 0,0 0 0,-1-1 0,2-9 0,1-26 0,-3 0 0,-6-80 0,0 18 0,5 20 0,1 26 0,-3-1 0,-11-79 0,11 132 0,-17-87 0,5 0 0,-1-118 0,13 202 0,-1 0 0,1 1 0,-2-1 0,1 0 0,-1 1 0,-1-1 0,-6-12 0,4 11 0,2 0 0,-1-1 0,1 0 0,-3-22 0,3-18 0,3 29 0,-1 0 0,-2 0 0,-8-36 0,-5 17 0,-2 0 0,-1 1 0,-3 1 0,-38-54 0,-32-58 0,91 148-62,-1 0 0,1 1 0,-1-1 0,0 1 0,0-1 0,0 1 0,-1 0 0,0 0 0,0 0 0,0 1 0,0 0 0,0-1-1,-1 1 1,1 1 0,-1-1 0,0 1 0,0-1 0,0 1 0,0 1 0,0-1 0,-8 0 0,-11-1-6764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28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24575,'0'808'-1365,"0"-772"-5461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0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24575,'114'-1'0,"124"3"0,-227-1-105,-1 1 0,0 0 0,0 0 0,0 1 0,0 0 0,-1 1 0,1 0 0,-1 1 0,0 0 0,0 0 0,-1 1 0,14 11 0,-8-6-6721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1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24575,'9'0'0,"8"0"0,6 0 0,3 0 0,2 0 0,1 0 0,1 0 0,3 0 0,2 0 0,-1 0 0,-2 0 0,-5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24575,'5'0'0,"6"0"0,10 0 0,7 0 0,3 0 0,0-5 0,1-1 0,3 0 0,10 2 0,2 0 0,-2 2 0,-5 1 0,1 1 0,-2 0 0,-4 0 0,-2 0 0,-7 0-8191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3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24575,'4'1'0,"0"-1"0,0 2 0,0-1 0,0 0 0,-1 1 0,1-1 0,0 1 0,-1 0 0,1 1 0,-1-1 0,0 0 0,1 1 0,-1 0 0,0 0 0,-1 0 0,1 0 0,-1 0 0,5 7 0,4 8 0,0 0 0,10 24 0,-1 7 0,-2 1 0,11 52 0,-20-71 0,32 171 0,-39-190 0,0 9 0,-2-21 0,0 0 0,0 0 0,0 0 0,0 0 0,0 0 0,0 0 0,0 0 0,0-1 0,0 1 0,0 0 0,-1 0 0,1 0 0,0 0 0,0 0 0,0 0 0,0 0 0,0 0 0,0 0 0,0 0 0,0 0 0,0 0 0,0 0 0,0 0 0,0 0 0,0 0 0,0 0 0,-1 0 0,1 0 0,0 0 0,0 0 0,0 0 0,0 0 0,0 0 0,0 0 0,0 0 0,0 0 0,0 0 0,0 0 0,0 0 0,0 0 0,0 0 0,0 1 0,-8-38 0,2-130 0,7 143 0,0 0 0,2 1 0,1-1 0,1 1 0,9-25 0,-13 44 0,1 0 0,-1 0 0,1 1 0,1-1 0,-1 0 0,0 1 0,1-1 0,-1 1 0,1 0 0,0 0 0,0 0 0,1 0 0,-1 1 0,1-1 0,4-2 0,-6 4 0,1 0 0,-1 0 0,1 0 0,-1 1 0,1-1 0,0 1 0,0-1 0,-1 1 0,1 0 0,0 0 0,0 0 0,-1 0 0,1 1 0,0-1 0,-1 1 0,1-1 0,0 1 0,-1 0 0,1 0 0,-1 0 0,1 1 0,-1-1 0,0 1 0,4 2 0,-1 0 0,-1 1 0,0 0 0,0 0 0,0 0 0,0 0 0,-1 1 0,0-1 0,0 1 0,-1 0 0,1 0 0,-1 0 0,0 0 0,-1 0 0,2 9 0,1 14 0,1 51 0,-5-73 0,0 3 0,1 4 0,-1 1 0,0-1 0,-1 1 0,-1-1 0,-4 19 0,5-29 0,0 0 0,-1 0 0,0 0 0,0 0 0,0 0 0,-1 0 0,1-1 0,-1 1 0,0-1 0,0 0 0,0 0 0,0 0 0,0 0 0,-1 0 0,1-1 0,-1 1 0,0-1 0,0 0 0,0 0 0,0-1 0,-8 3 0,-1-1 24,0 0 1,1-1-1,-1-1 0,-14 0 0,14-1-321,1 1 0,-1 0-1,1 1 1,-14 3 0,-4 6-6529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1 400 24575,'20'-2'0,"0"0"0,1-2 0,33-9 0,3-1 0,77-2 0,-93 13 0,80-16 0,-115 17 0,0 0 0,0 0 0,0-1 0,0 0 0,0 0 0,-1-1 0,1 1 0,-1-1 0,0 0 0,0-1 0,-1 1 0,1-1 0,-1 0 0,0 0 0,0 0 0,-1-1 0,0 1 0,0-1 0,0 0 0,2-6 0,-3 7 0,0 0 0,-1 0 0,0-1 0,0 1 0,0 0 0,-1 0 0,1-1 0,-1 1 0,0 0 0,-1-1 0,0 1 0,1 0 0,-2 0 0,1 0 0,0 0 0,-1 0 0,0 0 0,0 0 0,-1 0 0,1 1 0,-1-1 0,0 1 0,0-1 0,-1 1 0,-3-4 0,-9-4 0,0-1 0,0 2 0,-1 0 0,-1 1 0,0 1 0,0 1 0,-25-9 0,39 16 0,-1-1 0,0 1 0,0-1 0,1 1 0,-1 1 0,0-1 0,0 1 0,-7 0 0,9 0 0,1 1 0,0-1 0,0 1 0,0 0 0,0-1 0,0 1 0,0 0 0,0 0 0,0 0 0,0 1 0,1-1 0,-1 0 0,0 1 0,1-1 0,-1 1 0,1 0 0,-1-1 0,1 1 0,0 0 0,0 0 0,-2 3 0,-2 6 0,1 1 0,0-1 0,1 1 0,1 0 0,0 0 0,0 0 0,0 14 0,4 87 0,0-78 0,8 40 0,-8-66 0,0 1 0,0 0 0,1-1 0,1 1 0,-1-1 0,2 0 0,-1 0 0,12 16 0,-12-22 0,0 0 0,0 0 0,0 0 0,0 0 0,0 0 0,1-1 0,-1 0 0,1 0 0,0 0 0,0-1 0,0 1 0,0-1 0,0 0 0,0-1 0,0 1 0,0-1 0,0 0 0,6-1 0,8 0 0,1-1 0,-1 0 0,25-8 0,98-37 109,12-4-1583,-122 44-5352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5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30 24575,'0'-1'0,"-1"0"0,1 0 0,-1 0 0,1 0 0,0 0 0,-1 1 0,1-1 0,-1 0 0,0 0 0,1 1 0,-1-1 0,0 1 0,1-1 0,-1 0 0,0 1 0,0-1 0,1 1 0,-1-1 0,0 1 0,0 0 0,0-1 0,0 1 0,0 0 0,-1-1 0,-26-5 0,24 6 0,0-1 0,-8-2 0,0 2 0,0-1 0,0 1 0,-17 2 0,26-1 0,1 0 0,-1 1 0,1-1 0,-1 1 0,1-1 0,-1 1 0,1 0 0,-1 0 0,1 0 0,0 0 0,0 1 0,-1-1 0,1 1 0,0-1 0,0 1 0,0 0 0,1 0 0,-1 0 0,0 0 0,1 0 0,-1 0 0,1 0 0,0 0 0,-1 1 0,1-1 0,-1 4 0,-2 8 0,1-1 0,1 0 0,0 1 0,1-1 0,0 1 0,1 0 0,0-1 0,1 1 0,5 23 0,-4-27 0,1-1 0,0 0 0,0 0 0,1 0 0,0-1 0,0 1 0,1-1 0,0 0 0,1 0 0,0 0 0,0-1 0,0 0 0,1 0 0,12 9 0,-9-9 0,0-1 0,1 0 0,-1-1 0,1 0 0,0 0 0,0-1 0,21 4 0,-10-4 0,0-1 0,1-2 0,25-1 0,-16 4 0,-31-4 0,-1 0 0,0 0 0,1 0 0,-1 0 0,0 0 0,0 0 0,1 1 0,-1-1 0,0 0 0,0 0 0,0 0 0,1 0 0,-1 1 0,0-1 0,0 0 0,0 0 0,0 1 0,1-1 0,-1 0 0,0 0 0,0 1 0,0-1 0,0 0 0,0 0 0,0 1 0,0-1 0,0 0 0,0 0 0,0 1 0,0-1 0,0 0 0,0 1 0,-12 13 0,-11 2-273,-1-2 0,0 0 0,-1-2 0,-51 19 0,44-20-6553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5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24575,'10'0'0,"2"4"0,-1 16 0,-1 14 0,-3 19 0,-3 15 0,-2 1 0,-1-8 0,3-9 0,2-3 0,0-7 0,-2-5 0,-1-8-8191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0 168 24575,'69'-2'0,"-1"-3"0,112-22 0,128-54 0,-258 67-273,1 2 0,1 2 0,0 3 0,102-2 0,-125 9-6553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7.0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0 361 24575,'34'0'0,"517"10"0,398 7-1133,-638-30 1147,324-57 0,373-145-14,-755 155 0,-247 59-31,37-9 155,56-6 0,-85 14-13,1 2 0,-1 0 0,1 0 0,-1 2 0,0 0 0,1 0 0,24 9 0,46 18-1476,-46-13-5461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1:24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275 170 24575,'-31'-1'0,"16"0"0,0 1 0,-22 2 0,33-2 0,-1 1 0,1 0 0,0 0 0,0 0 0,0 1 0,0 0 0,1-1 0,-1 1 0,0 0 0,1 1 0,-1-1 0,1 1 0,-5 4 0,-2 5 0,1 0 0,0 1 0,1 0 0,0 1 0,1 0 0,1 0 0,0 1 0,1 0 0,0 0 0,1 0 0,-3 27 0,0 19 0,2 98 0,5-137 0,-11 287 0,0 9 0,12 100 0,-1-408 0,0 0 0,1 0 0,0-1 0,1 1 0,0 0 0,0 0 0,8 17 0,-7-21 0,0 0 0,1-1 0,-1 1 0,1-1 0,0 0 0,1 0 0,-1 0 0,1 0 0,0-1 0,0 0 0,0 0 0,1 0 0,6 3 0,204 113 0,-204-114 0,0-1 0,1-1 0,-1 0 0,1-1 0,-1 0 0,1 0 0,0-2 0,0 0 0,0 0 0,0-1 0,0-1 0,0 0 0,0 0 0,0-2 0,0 0 0,-1 0 0,16-7 0,18-8 0,0-3 0,-2-2 0,47-31 0,-76 45 0,15-11 0,0-2 0,-2-1 0,0 0 0,-2-2 0,-1-2 0,-1 0 0,25-36 0,-44 54 0,1 0 0,-1 0 0,-1 0 0,0-1 0,0 0 0,-1 0 0,0 0 0,-1 0 0,0 0 0,0-1 0,-1 1 0,0 0 0,-2-20 0,-3-4 0,-2 1 0,-18-63 0,2 16 0,0-43 0,4-1 0,6 0 0,6-165 0,5 266 0,0 0 0,-1-1 0,-1 1 0,-2 0 0,0 0 0,-1 1 0,-10-23 0,0 9 0,-1 1 0,-2 1 0,-32-44 0,27 42 0,13 18 0,-1 1 0,-26-28 0,33 39 0,-1 1 0,0 0 0,0 1 0,0 0 0,-1 0 0,1 0 0,-1 1 0,0 0 0,0 0 0,0 0 0,-12-2 0,-43-1-1365,36 6-5461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7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24575,'0'14'0,"0"9"0,0 10 0,0 13 0,0 4 0,0 2 0,0 7 0,-4-3 0,-3 4 0,2-4 0,0-3 0,2-5 0,0-6 0,2-1 0,1-7-8191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8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24575,'5'0'0,"10"0"0,17 0 0,12 0 0,13 0 0,15 0 0,0 0 0,2 0 0,-8 0 0,-9 0 0,-16 0-8191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39.0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 24575,'4'0'0,"7"0"0,6 0 0,5 0 0,3 0 0,6 0 0,4 0 0,-1 0 0,-1 0 0,-1 0 0,-2 0 0,-1-5 0,3-1 0,2 0 0,-1 2 0,-6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4:58:40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1:26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24575,'0'750'0,"0"-740"0,0 1 0,1 0 0,0-1 0,1 0 0,1 1 0,-1-1 0,1 0 0,1 0 0,5 10 0,0-4 0,1-1 0,1 0 0,0 0 0,19 18 0,20 24 0,51 51 0,-85-92 0,2-1 0,0 0 0,1-2 0,25 15 0,-35-24 0,1 0 0,-1 0 0,1-1 0,-1-1 0,1 0 0,0 0 0,16 1 0,75-4 0,-49-1 0,-40 2 0,0 0 0,0-1 0,0 0 0,0-1 0,0 0 0,0 0 0,-1-2 0,1 1 0,-1-2 0,0 1 0,0-2 0,-1 1 0,1-1 0,-1-1 0,0 0 0,-1 0 0,0-1 0,9-9 0,-1-4 0,-1 0 0,0 0 0,-2-2 0,0 0 0,-2-1 0,-1 0 0,0 0 0,-2-1 0,7-29 0,-7 14 0,-1 0 0,-2 0 0,-2-1 0,-2 0 0,-4-52 0,0 63 0,-1 0 0,-2 0 0,-1 1 0,-1-1 0,-2 1 0,-1 1 0,-1 0 0,-1 0 0,-2 1 0,-23-35 0,32 55 0,-1 1 0,0-1 0,-1 1 0,1 0 0,-1 1 0,0 0 0,-1 0 0,1 0 0,-1 1 0,0 0 0,0 0 0,0 1 0,0 0 0,-1 1 0,1 0 0,-11-2 0,-12 1 0,-1 1 0,1 2 0,-39 4 0,4-1 0,-85-1-1365,82-1-5461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15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0 24575,'0'22'0,"-1"1"0,0-1 0,-2 0 0,-1 0 0,0 0 0,-2-1 0,0 1 0,-11 23 0,4-17 0,1 0 0,2 1 0,0 0 0,3 1 0,0 0 0,-2 31 0,7 115-289,3-137-787,0-10-5750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03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24575,'73'4'0,"0"4"0,137 32 0,-167-31 0,-28-5 0,13 1 0,0 2 0,-1 1 0,27 12 0,-46-17 0,1 2 0,-1-1 0,-1 1 0,1 0 0,-1 1 0,0 0 0,0 0 0,-1 0 0,1 1 0,-1 0 0,-1 0 0,1 0 0,6 13 0,-6-5 0,0 0 0,-1 0 0,0 0 0,-1 1 0,-1 0 0,-1-1 0,0 1 0,-1 0 0,0 0 0,-3 22 0,-1-3 0,-2 0 0,-2 0 0,-17 54 0,-8-2 0,-71 131 0,77-165 0,13-25-1365,4-5-5461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03.6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24575,'4'0'0,"0"-1"0,0 0 0,0 0 0,-1 0 0,1 0 0,0-1 0,0 1 0,4-3 0,14-6 0,64-19 0,351-113 0,-411 135 30,0 1 0,0 0 0,51-2 0,-64 8-179,0 0 1,1 1-1,-1 1 1,0 0-1,0 1 1,0 0-1,0 1 1,-1 0-1,18 10 1,-10-4-6678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04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24575,'431'21'0,"-338"-10"0,-42-7 0,-1 2 0,0 2 0,0 3 0,49 17 0,-94-27 0,-1 1 0,0 0 0,0-1 0,0 2 0,0-1 0,0 0 0,0 1 0,0 0 0,-1 0 0,0 0 0,1 0 0,-1 1 0,0-1 0,-1 1 0,1 0 0,-1 0 0,1 0 0,-1 0 0,0 0 0,-1 0 0,1 0 0,-1 1 0,0-1 0,0 1 0,0-1 0,0 1 0,-1-1 0,0 1 0,0 6 0,-2 1 0,0 0 0,0-1 0,-1 1 0,-1-1 0,0 0 0,-1 0 0,0 0 0,0-1 0,-1 1 0,-10 12 0,-97 129 0,35-50 0,-71 123 0,136-200 15,1 0 0,2 1 0,0 0 0,2 0 0,1 1 0,1 0 0,-4 41 0,7-22-386,1-1-1,3 1 1,11 77 0,-4-77-6455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04.8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24575,'1'-1'0,"-1"0"0,0 0 0,1 0 0,-1 0 0,1 1 0,0-1 0,-1 0 0,1 0 0,0 0 0,0 1 0,-1-1 0,1 0 0,0 1 0,0-1 0,0 0 0,0 1 0,0-1 0,0 1 0,0 0 0,0-1 0,0 1 0,0 0 0,0 0 0,0-1 0,0 1 0,1 0 0,36-4 0,-33 3 0,535-7 0,-338 10 0,-193-2-91,5 1-121,1-2-1,0 1 1,0-2 0,0 0-1,17-5 1,-15 2-6614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05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283 0 24575,'-3'1'0,"0"-1"0,0 1 0,0 0 0,1 0 0,-1 0 0,0 1 0,0-1 0,1 0 0,-1 1 0,1 0 0,-1 0 0,1 0 0,-1 0 0,1 0 0,0 0 0,-3 5 0,-34 49 0,30-40 0,-17 28 0,1 1 0,3 1 0,1 0 0,3 2 0,2 0 0,-14 70 0,18-56 0,4 0 0,2 0 0,3 0 0,9 116 0,-5-173 0,-1 0 0,1-1 0,0 1 0,1 0 0,-1-1 0,1 1 0,0-1 0,0 0 0,0 1 0,1-1 0,0 0 0,-1-1 0,1 1 0,1 0 0,-1-1 0,0 0 0,1 1 0,0-1 0,8 5 0,3 0 0,1-1 0,0 0 0,0-1 0,19 5 0,-30-9 0,17 3 0,0 0 0,0-1 0,0-1 0,1-1 0,-1-2 0,1 0 0,23-3 0,-28 1 0,1-1 0,-1-1 0,0 0 0,0-1 0,0-2 0,0 1 0,-1-2 0,30-17 0,-36 15 0,1 1 0,-2-2 0,1 1 0,-1-1 0,-1-1 0,0 0 0,0 0 0,-2-1 0,1 0 0,-2 0 0,1 0 0,-2-1 0,5-17 0,1-9 0,-1-1 0,-2-1 0,3-60 0,-10 96 0,2-30 0,-1 1 0,-2-1 0,-1 1 0,-7-42 0,7 68 0,-1 1 0,0-1 0,-1 1 0,0-1 0,0 1 0,0 0 0,-1 0 0,-1 0 0,1 0 0,-1 1 0,-1 0 0,1 0 0,-1 0 0,0 1 0,-1 0 0,0 0 0,0 1 0,0-1 0,0 2 0,-1-1 0,0 1 0,-9-4 0,-3 1 0,1 1 0,-1 2 0,0 0 0,0 1 0,-33-1 0,-104 8 0,103-2 0,-93 4-1365,124-6-5461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06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115 289 24575,'1'22'0,"1"-1"0,5 24 0,4 29 0,-10-36 0,-1 1 0,-2 0 0,-2-1 0,-1 1 0,-2-1 0,-2 0 0,-1-1 0,-17 41 0,9-35 0,-21 63 0,35-93 0,1 0 0,0 1 0,1-1 0,0 1 0,1 27 0,2-35 0,0 0 0,0 0 0,1-1 0,0 1 0,0 0 0,1-1 0,-1 1 0,1-1 0,0 0 0,1 0 0,-1 0 0,1 0 0,0-1 0,0 1 0,1-1 0,-1 0 0,1 0 0,0-1 0,0 1 0,0-1 0,8 3 0,2 2 0,1-1 0,0 0 0,1-1 0,-1-1 0,1-1 0,21 3 0,6-3 0,80-4 0,-70-2 0,-46 2 0,1-1 0,0 0 0,0-1 0,-1 0 0,1 0 0,-1-1 0,0 0 0,0-1 0,0 0 0,0 0 0,-1 0 0,1-1 0,-1 0 0,0-1 0,0 0 0,-1 0 0,9-10 0,-5 3 0,-1 0 0,0 0 0,0 0 0,-2-1 0,0 0 0,0-1 0,-2 0 0,1 0 0,2-16 0,-2-1 0,-2 0 0,-1 0 0,-1-1 0,-2 1 0,-1-1 0,-2 1 0,-1-1 0,-2 1 0,-15-53 0,2 30 0,-1 1 0,-3 1 0,-3 0 0,-49-76 0,67 117 0,-98-137 0,94 134 0,0 1 0,-1 1 0,-1 0 0,0 1 0,-1 0 0,0 1 0,-27-14 0,34 21 11,0 1 0,0 0 0,1 1 0,-1 0 0,-1 0 0,1 1-1,0 0 1,0 0 0,-1 1 0,-8 0 0,12 1-89,1-1 0,-1 1 0,0 0-1,1 0 1,-1 0 0,1 1 0,-1 0 0,1 0 0,0 0-1,-1 0 1,1 1 0,0-1 0,1 1 0,-1 0 0,0 0-1,1 1 1,0-1 0,-4 5 0,-5 11-6748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35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24575,'0'401'0,"0"-394"0,0-1 0,0 0 0,0 0 0,1 0 0,0 0 0,0 0 0,1 0 0,0 0 0,0 0 0,0 0 0,1-1 0,-1 1 0,1-1 0,1 1 0,-1-1 0,1 0 0,0-1 0,0 1 0,0 0 0,1-1 0,-1 0 0,1 0 0,0-1 0,0 1 0,1-1 0,8 4 0,10 5-1365,-2-3-5461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36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 24575,'0'4'0,"0"7"0,0 6 0,0 4 0,-5 4 0,-1 2 0,0 1 0,1 5 0,-3-2 0,0-3 0,1-6-8191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38.3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24575,'0'4'0,"0"7"0,0 5 0,0 6 0,0 3 0,0 2 0,0 1 0,0 5 0,9-3 0,3-2 0,0-1 0,-3-1 0,-2 1 0,-3-1 0,-2 1 0,-1 4 0,-1-2-8191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45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2T15:02:47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24575,'4'0'0,"7"0"0,10 0 0,7 0 0,3 0 0,0 0 0,1 0 0,-2 0 0,0 0 0,-6 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1DB76-593D-47EC-8B86-5CD17034B29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329EC-5452-4F7D-BED4-E43A4F3BF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50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1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1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1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ubTitle"/>
          </p:nvPr>
        </p:nvSpPr>
        <p:spPr>
          <a:xfrm>
            <a:off x="609481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5023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6/12/2026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276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ubTitle"/>
          </p:nvPr>
        </p:nvSpPr>
        <p:spPr>
          <a:xfrm>
            <a:off x="609481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09481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231961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0948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6231961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3985" lvl="1" indent="-323994">
              <a:spcBef>
                <a:spcPts val="113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5977" lvl="2" indent="-287995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7970" lvl="3" indent="-215996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59962" lvl="4" indent="-215996">
              <a:spcBef>
                <a:spcPts val="28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1955" lvl="5" indent="-215996">
              <a:spcBef>
                <a:spcPts val="28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3947" lvl="6" indent="-215996">
              <a:spcBef>
                <a:spcPts val="28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38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3627" indent="-392720" algn="l" defTabSz="914384" rtl="0" eaLnBrk="1" latinLnBrk="0" hangingPunct="1">
        <a:lnSpc>
          <a:spcPct val="90000"/>
        </a:lnSpc>
        <a:spcBef>
          <a:spcPts val="1718"/>
        </a:spcBef>
        <a:buClr>
          <a:srgbClr val="FFFFFF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64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56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4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3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8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3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3985" lvl="1" indent="-323994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5977" lvl="2" indent="-287995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7970" lvl="3" indent="-215996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59962" lvl="4" indent="-215996">
              <a:spcBef>
                <a:spcPts val="28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1955" lvl="5" indent="-215996">
              <a:spcBef>
                <a:spcPts val="28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3947" lvl="6" indent="-215996">
              <a:spcBef>
                <a:spcPts val="28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38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3627" indent="-392720" algn="l" defTabSz="914384" rtl="0" eaLnBrk="1" latinLnBrk="0" hangingPunct="1">
        <a:lnSpc>
          <a:spcPct val="90000"/>
        </a:lnSpc>
        <a:spcBef>
          <a:spcPts val="1718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64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56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4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3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8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3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3:……………………………………..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337681" y="1032480"/>
            <a:ext cx="11515320" cy="49384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788" lvl="1" indent="-228236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2980" lvl="2" indent="-228236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172" lvl="3" indent="-228236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364" lvl="4" indent="-228236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52" r:id="rId13"/>
    <p:sldLayoutId id="2147483753" r:id="rId14"/>
  </p:sldLayoutIdLst>
  <p:hf hdr="0" ftr="0" dt="0"/>
  <p:txStyles>
    <p:titleStyle>
      <a:lvl1pPr algn="l" defTabSz="91438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086" indent="-276650" algn="l" defTabSz="914384" rtl="0" eaLnBrk="1" latinLnBrk="0" hangingPunct="1">
        <a:lnSpc>
          <a:spcPct val="90000"/>
        </a:lnSpc>
        <a:spcBef>
          <a:spcPts val="1213"/>
        </a:spcBef>
        <a:buClr>
          <a:srgbClr val="000000"/>
        </a:buClr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64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56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4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3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8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3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1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1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3985" lvl="1" indent="-323994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5977" lvl="2" indent="-287995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7970" lvl="3" indent="-215996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59962" lvl="4" indent="-215996">
              <a:spcBef>
                <a:spcPts val="28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1955" lvl="5" indent="-215996">
              <a:spcBef>
                <a:spcPts val="28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3947" lvl="6" indent="-215996">
              <a:spcBef>
                <a:spcPts val="28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hdr="0" ftr="0" dt="0"/>
  <p:txStyles>
    <p:titleStyle>
      <a:lvl1pPr algn="l" defTabSz="91438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23627" indent="-392720" algn="l" defTabSz="914384" rtl="0" eaLnBrk="1" latinLnBrk="0" hangingPunct="1">
        <a:lnSpc>
          <a:spcPct val="90000"/>
        </a:lnSpc>
        <a:spcBef>
          <a:spcPts val="1718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64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56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48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0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32" indent="-228596" algn="l" defTabSz="914384" rtl="0" eaLnBrk="1" latinLnBrk="0" hangingPunct="1">
        <a:lnSpc>
          <a:spcPct val="90000"/>
        </a:lnSpc>
        <a:spcBef>
          <a:spcPts val="50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8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0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2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44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36" algn="l" defTabSz="9143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6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customXml" Target="../ink/ink24.xml"/><Relationship Id="rId50" Type="http://schemas.openxmlformats.org/officeDocument/2006/relationships/image" Target="../media/image30.png"/><Relationship Id="rId55" Type="http://schemas.openxmlformats.org/officeDocument/2006/relationships/customXml" Target="../ink/ink28.xml"/><Relationship Id="rId63" Type="http://schemas.openxmlformats.org/officeDocument/2006/relationships/customXml" Target="../ink/ink32.xml"/><Relationship Id="rId7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20.png"/><Relationship Id="rId11" Type="http://schemas.openxmlformats.org/officeDocument/2006/relationships/image" Target="../media/image11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24.png"/><Relationship Id="rId40" Type="http://schemas.openxmlformats.org/officeDocument/2006/relationships/customXml" Target="../ink/ink20.xml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image" Target="../media/image34.png"/><Relationship Id="rId66" Type="http://schemas.openxmlformats.org/officeDocument/2006/relationships/image" Target="../media/image38.png"/><Relationship Id="rId5" Type="http://schemas.openxmlformats.org/officeDocument/2006/relationships/image" Target="../media/image8.png"/><Relationship Id="rId61" Type="http://schemas.openxmlformats.org/officeDocument/2006/relationships/customXml" Target="../ink/ink31.xml"/><Relationship Id="rId19" Type="http://schemas.openxmlformats.org/officeDocument/2006/relationships/image" Target="../media/image15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9.png"/><Relationship Id="rId30" Type="http://schemas.openxmlformats.org/officeDocument/2006/relationships/customXml" Target="../ink/ink15.xml"/><Relationship Id="rId35" Type="http://schemas.openxmlformats.org/officeDocument/2006/relationships/image" Target="../media/image23.png"/><Relationship Id="rId43" Type="http://schemas.openxmlformats.org/officeDocument/2006/relationships/image" Target="../media/image27.png"/><Relationship Id="rId48" Type="http://schemas.openxmlformats.org/officeDocument/2006/relationships/image" Target="../media/image29.png"/><Relationship Id="rId56" Type="http://schemas.openxmlformats.org/officeDocument/2006/relationships/image" Target="../media/image33.png"/><Relationship Id="rId64" Type="http://schemas.openxmlformats.org/officeDocument/2006/relationships/image" Target="../media/image37.png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3" Type="http://schemas.openxmlformats.org/officeDocument/2006/relationships/image" Target="../media/image7.png"/><Relationship Id="rId12" Type="http://schemas.openxmlformats.org/officeDocument/2006/relationships/customXml" Target="../ink/ink6.xml"/><Relationship Id="rId17" Type="http://schemas.openxmlformats.org/officeDocument/2006/relationships/image" Target="../media/image14.png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customXml" Target="../ink/ink19.xml"/><Relationship Id="rId46" Type="http://schemas.openxmlformats.org/officeDocument/2006/relationships/image" Target="../media/image28.png"/><Relationship Id="rId59" Type="http://schemas.openxmlformats.org/officeDocument/2006/relationships/customXml" Target="../ink/ink30.xml"/><Relationship Id="rId20" Type="http://schemas.openxmlformats.org/officeDocument/2006/relationships/customXml" Target="../ink/ink10.xml"/><Relationship Id="rId41" Type="http://schemas.openxmlformats.org/officeDocument/2006/relationships/image" Target="../media/image26.png"/><Relationship Id="rId54" Type="http://schemas.openxmlformats.org/officeDocument/2006/relationships/image" Target="../media/image32.png"/><Relationship Id="rId62" Type="http://schemas.openxmlformats.org/officeDocument/2006/relationships/image" Target="../media/image36.png"/><Relationship Id="rId1" Type="http://schemas.openxmlformats.org/officeDocument/2006/relationships/slideLayout" Target="../slideLayouts/slideLayout26.xml"/><Relationship Id="rId6" Type="http://schemas.openxmlformats.org/officeDocument/2006/relationships/customXml" Target="../ink/ink3.xml"/><Relationship Id="rId15" Type="http://schemas.openxmlformats.org/officeDocument/2006/relationships/image" Target="../media/image13.png"/><Relationship Id="rId23" Type="http://schemas.openxmlformats.org/officeDocument/2006/relationships/image" Target="../media/image17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image" Target="../media/image21.png"/><Relationship Id="rId44" Type="http://schemas.openxmlformats.org/officeDocument/2006/relationships/customXml" Target="../ink/ink22.xml"/><Relationship Id="rId52" Type="http://schemas.openxmlformats.org/officeDocument/2006/relationships/image" Target="../media/image31.png"/><Relationship Id="rId60" Type="http://schemas.openxmlformats.org/officeDocument/2006/relationships/image" Target="../media/image35.png"/><Relationship Id="rId65" Type="http://schemas.openxmlformats.org/officeDocument/2006/relationships/customXml" Target="../ink/ink33.xml"/><Relationship Id="rId4" Type="http://schemas.openxmlformats.org/officeDocument/2006/relationships/customXml" Target="../ink/ink2.xml"/><Relationship Id="rId9" Type="http://schemas.openxmlformats.org/officeDocument/2006/relationships/image" Target="../media/image10.png"/><Relationship Id="rId13" Type="http://schemas.openxmlformats.org/officeDocument/2006/relationships/image" Target="../media/image12.png"/><Relationship Id="rId18" Type="http://schemas.openxmlformats.org/officeDocument/2006/relationships/customXml" Target="../ink/ink9.xml"/><Relationship Id="rId3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customXml" Target="../ink/ink40.xml"/><Relationship Id="rId18" Type="http://schemas.openxmlformats.org/officeDocument/2006/relationships/image" Target="../media/image45.png"/><Relationship Id="rId3" Type="http://schemas.openxmlformats.org/officeDocument/2006/relationships/image" Target="../media/image39.png"/><Relationship Id="rId7" Type="http://schemas.openxmlformats.org/officeDocument/2006/relationships/image" Target="../media/image40.png"/><Relationship Id="rId12" Type="http://schemas.openxmlformats.org/officeDocument/2006/relationships/image" Target="../media/image42.png"/><Relationship Id="rId17" Type="http://schemas.openxmlformats.org/officeDocument/2006/relationships/customXml" Target="../ink/ink42.xml"/><Relationship Id="rId2" Type="http://schemas.openxmlformats.org/officeDocument/2006/relationships/customXml" Target="../ink/ink3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6.xml"/><Relationship Id="rId6" Type="http://schemas.openxmlformats.org/officeDocument/2006/relationships/customXml" Target="../ink/ink36.xml"/><Relationship Id="rId11" Type="http://schemas.openxmlformats.org/officeDocument/2006/relationships/customXml" Target="../ink/ink39.xml"/><Relationship Id="rId5" Type="http://schemas.openxmlformats.org/officeDocument/2006/relationships/image" Target="../media/image21.png"/><Relationship Id="rId15" Type="http://schemas.openxmlformats.org/officeDocument/2006/relationships/customXml" Target="../ink/ink41.xml"/><Relationship Id="rId10" Type="http://schemas.openxmlformats.org/officeDocument/2006/relationships/customXml" Target="../ink/ink38.xml"/><Relationship Id="rId4" Type="http://schemas.openxmlformats.org/officeDocument/2006/relationships/customXml" Target="../ink/ink35.xml"/><Relationship Id="rId9" Type="http://schemas.openxmlformats.org/officeDocument/2006/relationships/image" Target="../media/image41.pn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1.png"/><Relationship Id="rId4" Type="http://schemas.openxmlformats.org/officeDocument/2006/relationships/customXml" Target="../ink/ink4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../media/image52.png"/><Relationship Id="rId18" Type="http://schemas.openxmlformats.org/officeDocument/2006/relationships/customXml" Target="../ink/ink52.xml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customXml" Target="../ink/ink49.xml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51.xml"/><Relationship Id="rId1" Type="http://schemas.openxmlformats.org/officeDocument/2006/relationships/slideLayout" Target="../slideLayouts/slideLayout37.xml"/><Relationship Id="rId6" Type="http://schemas.openxmlformats.org/officeDocument/2006/relationships/customXml" Target="../ink/ink46.xml"/><Relationship Id="rId11" Type="http://schemas.openxmlformats.org/officeDocument/2006/relationships/image" Target="../media/image51.png"/><Relationship Id="rId5" Type="http://schemas.openxmlformats.org/officeDocument/2006/relationships/image" Target="../media/image48.png"/><Relationship Id="rId15" Type="http://schemas.openxmlformats.org/officeDocument/2006/relationships/image" Target="../media/image53.png"/><Relationship Id="rId10" Type="http://schemas.openxmlformats.org/officeDocument/2006/relationships/customXml" Target="../ink/ink48.xml"/><Relationship Id="rId19" Type="http://schemas.openxmlformats.org/officeDocument/2006/relationships/image" Target="../media/image55.png"/><Relationship Id="rId4" Type="http://schemas.openxmlformats.org/officeDocument/2006/relationships/customXml" Target="../ink/ink45.xml"/><Relationship Id="rId9" Type="http://schemas.openxmlformats.org/officeDocument/2006/relationships/image" Target="../media/image50.png"/><Relationship Id="rId14" Type="http://schemas.openxmlformats.org/officeDocument/2006/relationships/customXml" Target="../ink/ink50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3.xml"/><Relationship Id="rId117" Type="http://schemas.openxmlformats.org/officeDocument/2006/relationships/image" Target="../media/image112.png"/><Relationship Id="rId21" Type="http://schemas.openxmlformats.org/officeDocument/2006/relationships/image" Target="../media/image66.png"/><Relationship Id="rId42" Type="http://schemas.openxmlformats.org/officeDocument/2006/relationships/customXml" Target="../ink/ink71.xml"/><Relationship Id="rId47" Type="http://schemas.openxmlformats.org/officeDocument/2006/relationships/image" Target="../media/image78.png"/><Relationship Id="rId63" Type="http://schemas.openxmlformats.org/officeDocument/2006/relationships/image" Target="../media/image86.png"/><Relationship Id="rId68" Type="http://schemas.openxmlformats.org/officeDocument/2006/relationships/customXml" Target="../ink/ink84.xml"/><Relationship Id="rId84" Type="http://schemas.openxmlformats.org/officeDocument/2006/relationships/customXml" Target="../ink/ink92.xml"/><Relationship Id="rId89" Type="http://schemas.openxmlformats.org/officeDocument/2006/relationships/image" Target="../media/image99.png"/><Relationship Id="rId112" Type="http://schemas.openxmlformats.org/officeDocument/2006/relationships/image" Target="../media/image110.png"/><Relationship Id="rId16" Type="http://schemas.openxmlformats.org/officeDocument/2006/relationships/customXml" Target="../ink/ink58.xml"/><Relationship Id="rId107" Type="http://schemas.openxmlformats.org/officeDocument/2006/relationships/customXml" Target="../ink/ink104.xml"/><Relationship Id="rId11" Type="http://schemas.openxmlformats.org/officeDocument/2006/relationships/image" Target="../media/image61.png"/><Relationship Id="rId32" Type="http://schemas.openxmlformats.org/officeDocument/2006/relationships/customXml" Target="../ink/ink66.xml"/><Relationship Id="rId37" Type="http://schemas.openxmlformats.org/officeDocument/2006/relationships/image" Target="../media/image74.png"/><Relationship Id="rId53" Type="http://schemas.openxmlformats.org/officeDocument/2006/relationships/image" Target="../media/image81.png"/><Relationship Id="rId58" Type="http://schemas.openxmlformats.org/officeDocument/2006/relationships/customXml" Target="../ink/ink79.xml"/><Relationship Id="rId74" Type="http://schemas.openxmlformats.org/officeDocument/2006/relationships/customXml" Target="../ink/ink87.xml"/><Relationship Id="rId79" Type="http://schemas.openxmlformats.org/officeDocument/2006/relationships/image" Target="../media/image94.png"/><Relationship Id="rId102" Type="http://schemas.openxmlformats.org/officeDocument/2006/relationships/image" Target="../media/image105.png"/><Relationship Id="rId5" Type="http://schemas.openxmlformats.org/officeDocument/2006/relationships/image" Target="../media/image58.png"/><Relationship Id="rId90" Type="http://schemas.openxmlformats.org/officeDocument/2006/relationships/customXml" Target="../ink/ink95.xml"/><Relationship Id="rId95" Type="http://schemas.openxmlformats.org/officeDocument/2006/relationships/customXml" Target="../ink/ink98.xml"/><Relationship Id="rId22" Type="http://schemas.openxmlformats.org/officeDocument/2006/relationships/customXml" Target="../ink/ink61.xml"/><Relationship Id="rId27" Type="http://schemas.openxmlformats.org/officeDocument/2006/relationships/image" Target="../media/image69.png"/><Relationship Id="rId43" Type="http://schemas.openxmlformats.org/officeDocument/2006/relationships/image" Target="../media/image77.png"/><Relationship Id="rId48" Type="http://schemas.openxmlformats.org/officeDocument/2006/relationships/customXml" Target="../ink/ink74.xml"/><Relationship Id="rId64" Type="http://schemas.openxmlformats.org/officeDocument/2006/relationships/customXml" Target="../ink/ink82.xml"/><Relationship Id="rId69" Type="http://schemas.openxmlformats.org/officeDocument/2006/relationships/image" Target="../media/image89.png"/><Relationship Id="rId113" Type="http://schemas.openxmlformats.org/officeDocument/2006/relationships/customXml" Target="../ink/ink107.xml"/><Relationship Id="rId80" Type="http://schemas.openxmlformats.org/officeDocument/2006/relationships/customXml" Target="../ink/ink90.xml"/><Relationship Id="rId85" Type="http://schemas.openxmlformats.org/officeDocument/2006/relationships/image" Target="../media/image97.png"/><Relationship Id="rId12" Type="http://schemas.openxmlformats.org/officeDocument/2006/relationships/customXml" Target="../ink/ink56.xml"/><Relationship Id="rId17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customXml" Target="../ink/ink69.xml"/><Relationship Id="rId59" Type="http://schemas.openxmlformats.org/officeDocument/2006/relationships/image" Target="../media/image84.png"/><Relationship Id="rId103" Type="http://schemas.openxmlformats.org/officeDocument/2006/relationships/customXml" Target="../ink/ink102.xml"/><Relationship Id="rId108" Type="http://schemas.openxmlformats.org/officeDocument/2006/relationships/image" Target="../media/image108.png"/><Relationship Id="rId54" Type="http://schemas.openxmlformats.org/officeDocument/2006/relationships/customXml" Target="../ink/ink77.xml"/><Relationship Id="rId70" Type="http://schemas.openxmlformats.org/officeDocument/2006/relationships/customXml" Target="../ink/ink85.xml"/><Relationship Id="rId75" Type="http://schemas.openxmlformats.org/officeDocument/2006/relationships/image" Target="../media/image92.png"/><Relationship Id="rId91" Type="http://schemas.openxmlformats.org/officeDocument/2006/relationships/image" Target="../media/image100.png"/><Relationship Id="rId96" Type="http://schemas.openxmlformats.org/officeDocument/2006/relationships/image" Target="../media/image102.png"/><Relationship Id="rId1" Type="http://schemas.openxmlformats.org/officeDocument/2006/relationships/slideLayout" Target="../slideLayouts/slideLayout37.xml"/><Relationship Id="rId6" Type="http://schemas.openxmlformats.org/officeDocument/2006/relationships/customXml" Target="../ink/ink53.xml"/><Relationship Id="rId23" Type="http://schemas.openxmlformats.org/officeDocument/2006/relationships/image" Target="../media/image67.png"/><Relationship Id="rId28" Type="http://schemas.openxmlformats.org/officeDocument/2006/relationships/customXml" Target="../ink/ink64.xml"/><Relationship Id="rId49" Type="http://schemas.openxmlformats.org/officeDocument/2006/relationships/image" Target="../media/image79.png"/><Relationship Id="rId114" Type="http://schemas.openxmlformats.org/officeDocument/2006/relationships/image" Target="../media/image111.png"/><Relationship Id="rId10" Type="http://schemas.openxmlformats.org/officeDocument/2006/relationships/customXml" Target="../ink/ink55.xml"/><Relationship Id="rId31" Type="http://schemas.openxmlformats.org/officeDocument/2006/relationships/image" Target="../media/image71.png"/><Relationship Id="rId44" Type="http://schemas.openxmlformats.org/officeDocument/2006/relationships/customXml" Target="../ink/ink72.xml"/><Relationship Id="rId52" Type="http://schemas.openxmlformats.org/officeDocument/2006/relationships/customXml" Target="../ink/ink76.xml"/><Relationship Id="rId60" Type="http://schemas.openxmlformats.org/officeDocument/2006/relationships/customXml" Target="../ink/ink80.xml"/><Relationship Id="rId65" Type="http://schemas.openxmlformats.org/officeDocument/2006/relationships/image" Target="../media/image87.png"/><Relationship Id="rId73" Type="http://schemas.openxmlformats.org/officeDocument/2006/relationships/image" Target="../media/image91.png"/><Relationship Id="rId78" Type="http://schemas.openxmlformats.org/officeDocument/2006/relationships/customXml" Target="../ink/ink89.xml"/><Relationship Id="rId81" Type="http://schemas.openxmlformats.org/officeDocument/2006/relationships/image" Target="../media/image95.png"/><Relationship Id="rId86" Type="http://schemas.openxmlformats.org/officeDocument/2006/relationships/customXml" Target="../ink/ink93.xml"/><Relationship Id="rId94" Type="http://schemas.openxmlformats.org/officeDocument/2006/relationships/image" Target="../media/image101.png"/><Relationship Id="rId99" Type="http://schemas.openxmlformats.org/officeDocument/2006/relationships/customXml" Target="../ink/ink100.xml"/><Relationship Id="rId101" Type="http://schemas.openxmlformats.org/officeDocument/2006/relationships/customXml" Target="../ink/ink101.xml"/><Relationship Id="rId4" Type="http://schemas.openxmlformats.org/officeDocument/2006/relationships/image" Target="../media/image57.png"/><Relationship Id="rId9" Type="http://schemas.openxmlformats.org/officeDocument/2006/relationships/image" Target="../media/image60.png"/><Relationship Id="rId13" Type="http://schemas.openxmlformats.org/officeDocument/2006/relationships/image" Target="../media/image62.png"/><Relationship Id="rId18" Type="http://schemas.openxmlformats.org/officeDocument/2006/relationships/customXml" Target="../ink/ink59.xml"/><Relationship Id="rId39" Type="http://schemas.openxmlformats.org/officeDocument/2006/relationships/image" Target="../media/image75.png"/><Relationship Id="rId109" Type="http://schemas.openxmlformats.org/officeDocument/2006/relationships/customXml" Target="../ink/ink105.xml"/><Relationship Id="rId34" Type="http://schemas.openxmlformats.org/officeDocument/2006/relationships/customXml" Target="../ink/ink67.xml"/><Relationship Id="rId50" Type="http://schemas.openxmlformats.org/officeDocument/2006/relationships/customXml" Target="../ink/ink75.xml"/><Relationship Id="rId55" Type="http://schemas.openxmlformats.org/officeDocument/2006/relationships/image" Target="../media/image82.png"/><Relationship Id="rId76" Type="http://schemas.openxmlformats.org/officeDocument/2006/relationships/customXml" Target="../ink/ink88.xml"/><Relationship Id="rId97" Type="http://schemas.openxmlformats.org/officeDocument/2006/relationships/customXml" Target="../ink/ink99.xml"/><Relationship Id="rId104" Type="http://schemas.openxmlformats.org/officeDocument/2006/relationships/image" Target="../media/image106.png"/><Relationship Id="rId7" Type="http://schemas.openxmlformats.org/officeDocument/2006/relationships/image" Target="../media/image59.png"/><Relationship Id="rId71" Type="http://schemas.openxmlformats.org/officeDocument/2006/relationships/image" Target="../media/image90.png"/><Relationship Id="rId92" Type="http://schemas.openxmlformats.org/officeDocument/2006/relationships/customXml" Target="../ink/ink96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70.png"/><Relationship Id="rId24" Type="http://schemas.openxmlformats.org/officeDocument/2006/relationships/customXml" Target="../ink/ink62.xml"/><Relationship Id="rId40" Type="http://schemas.openxmlformats.org/officeDocument/2006/relationships/customXml" Target="../ink/ink70.xml"/><Relationship Id="rId45" Type="http://schemas.openxmlformats.org/officeDocument/2006/relationships/image" Target="../media/image21.png"/><Relationship Id="rId66" Type="http://schemas.openxmlformats.org/officeDocument/2006/relationships/customXml" Target="../ink/ink83.xml"/><Relationship Id="rId87" Type="http://schemas.openxmlformats.org/officeDocument/2006/relationships/image" Target="../media/image98.png"/><Relationship Id="rId110" Type="http://schemas.openxmlformats.org/officeDocument/2006/relationships/image" Target="../media/image109.png"/><Relationship Id="rId115" Type="http://schemas.openxmlformats.org/officeDocument/2006/relationships/customXml" Target="../ink/ink108.xml"/><Relationship Id="rId61" Type="http://schemas.openxmlformats.org/officeDocument/2006/relationships/image" Target="../media/image85.png"/><Relationship Id="rId82" Type="http://schemas.openxmlformats.org/officeDocument/2006/relationships/customXml" Target="../ink/ink91.xml"/><Relationship Id="rId19" Type="http://schemas.openxmlformats.org/officeDocument/2006/relationships/image" Target="../media/image65.png"/><Relationship Id="rId14" Type="http://schemas.openxmlformats.org/officeDocument/2006/relationships/customXml" Target="../ink/ink57.xml"/><Relationship Id="rId30" Type="http://schemas.openxmlformats.org/officeDocument/2006/relationships/customXml" Target="../ink/ink65.xml"/><Relationship Id="rId35" Type="http://schemas.openxmlformats.org/officeDocument/2006/relationships/image" Target="../media/image73.png"/><Relationship Id="rId56" Type="http://schemas.openxmlformats.org/officeDocument/2006/relationships/customXml" Target="../ink/ink78.xml"/><Relationship Id="rId77" Type="http://schemas.openxmlformats.org/officeDocument/2006/relationships/image" Target="../media/image93.png"/><Relationship Id="rId100" Type="http://schemas.openxmlformats.org/officeDocument/2006/relationships/image" Target="../media/image104.png"/><Relationship Id="rId105" Type="http://schemas.openxmlformats.org/officeDocument/2006/relationships/customXml" Target="../ink/ink103.xml"/><Relationship Id="rId8" Type="http://schemas.openxmlformats.org/officeDocument/2006/relationships/customXml" Target="../ink/ink54.xml"/><Relationship Id="rId51" Type="http://schemas.openxmlformats.org/officeDocument/2006/relationships/image" Target="../media/image80.png"/><Relationship Id="rId72" Type="http://schemas.openxmlformats.org/officeDocument/2006/relationships/customXml" Target="../ink/ink86.xml"/><Relationship Id="rId93" Type="http://schemas.openxmlformats.org/officeDocument/2006/relationships/customXml" Target="../ink/ink97.xml"/><Relationship Id="rId98" Type="http://schemas.openxmlformats.org/officeDocument/2006/relationships/image" Target="../media/image103.png"/><Relationship Id="rId3" Type="http://schemas.openxmlformats.org/officeDocument/2006/relationships/image" Target="../media/image56.png"/><Relationship Id="rId25" Type="http://schemas.openxmlformats.org/officeDocument/2006/relationships/image" Target="../media/image68.png"/><Relationship Id="rId46" Type="http://schemas.openxmlformats.org/officeDocument/2006/relationships/customXml" Target="../ink/ink73.xml"/><Relationship Id="rId67" Type="http://schemas.openxmlformats.org/officeDocument/2006/relationships/image" Target="../media/image88.png"/><Relationship Id="rId116" Type="http://schemas.openxmlformats.org/officeDocument/2006/relationships/customXml" Target="../ink/ink109.xml"/><Relationship Id="rId20" Type="http://schemas.openxmlformats.org/officeDocument/2006/relationships/customXml" Target="../ink/ink60.xml"/><Relationship Id="rId41" Type="http://schemas.openxmlformats.org/officeDocument/2006/relationships/image" Target="../media/image76.png"/><Relationship Id="rId62" Type="http://schemas.openxmlformats.org/officeDocument/2006/relationships/customXml" Target="../ink/ink81.xml"/><Relationship Id="rId83" Type="http://schemas.openxmlformats.org/officeDocument/2006/relationships/image" Target="../media/image96.png"/><Relationship Id="rId88" Type="http://schemas.openxmlformats.org/officeDocument/2006/relationships/customXml" Target="../ink/ink94.xml"/><Relationship Id="rId111" Type="http://schemas.openxmlformats.org/officeDocument/2006/relationships/customXml" Target="../ink/ink106.xml"/><Relationship Id="rId15" Type="http://schemas.openxmlformats.org/officeDocument/2006/relationships/image" Target="../media/image63.png"/><Relationship Id="rId36" Type="http://schemas.openxmlformats.org/officeDocument/2006/relationships/customXml" Target="../ink/ink68.xml"/><Relationship Id="rId57" Type="http://schemas.openxmlformats.org/officeDocument/2006/relationships/image" Target="../media/image83.png"/><Relationship Id="rId106" Type="http://schemas.openxmlformats.org/officeDocument/2006/relationships/image" Target="../media/image10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74801" y="105065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8" name="CustomShape 2"/>
          <p:cNvSpPr/>
          <p:nvPr/>
        </p:nvSpPr>
        <p:spPr>
          <a:xfrm>
            <a:off x="695520" y="3403080"/>
            <a:ext cx="6095520" cy="22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309" name="CustomShape 3"/>
          <p:cNvSpPr/>
          <p:nvPr/>
        </p:nvSpPr>
        <p:spPr>
          <a:xfrm>
            <a:off x="6962401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74FF1E-1B13-4728-9915-C2DD0F19A60D}"/>
              </a:ext>
            </a:extLst>
          </p:cNvPr>
          <p:cNvSpPr txBox="1"/>
          <p:nvPr/>
        </p:nvSpPr>
        <p:spPr>
          <a:xfrm>
            <a:off x="1246479" y="3832183"/>
            <a:ext cx="7847663" cy="11249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600"/>
              </a:spcBef>
            </a:pPr>
            <a:r>
              <a:rPr lang="en-US" sz="30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/>
                <a:ea typeface="Calibri"/>
              </a:rPr>
              <a:t>Duong Dinh Hung</a:t>
            </a:r>
          </a:p>
          <a:p>
            <a:pPr algn="ctr">
              <a:spcBef>
                <a:spcPts val="600"/>
              </a:spcBef>
            </a:pPr>
            <a:r>
              <a:rPr lang="en-US" sz="30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Hanoi University of Science and Technology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3902E-BA33-4595-B5BD-657524C8AA6B}"/>
              </a:ext>
            </a:extLst>
          </p:cNvPr>
          <p:cNvSpPr txBox="1"/>
          <p:nvPr/>
        </p:nvSpPr>
        <p:spPr>
          <a:xfrm>
            <a:off x="11336785" y="6470915"/>
            <a:ext cx="5326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1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1DEF701E-3CFC-070A-047D-624A9BFDBB93}"/>
              </a:ext>
            </a:extLst>
          </p:cNvPr>
          <p:cNvSpPr txBox="1"/>
          <p:nvPr/>
        </p:nvSpPr>
        <p:spPr>
          <a:xfrm>
            <a:off x="900599" y="1891690"/>
            <a:ext cx="9734127" cy="1537310"/>
          </a:xfrm>
          <a:prstGeom prst="rect">
            <a:avLst/>
          </a:prstGeom>
        </p:spPr>
        <p:txBody>
          <a:bodyPr wrap="square" lIns="59402" tIns="29701" rIns="59402" bIns="29701" anchor="t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Cross-layer Optimization using Simulated Annealing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897BF9-93EB-5977-1643-0987847F5FC6}"/>
              </a:ext>
            </a:extLst>
          </p:cNvPr>
          <p:cNvSpPr txBox="1">
            <a:spLocks/>
          </p:cNvSpPr>
          <p:nvPr/>
        </p:nvSpPr>
        <p:spPr>
          <a:xfrm>
            <a:off x="554662" y="1044860"/>
            <a:ext cx="10896120" cy="3897079"/>
          </a:xfrm>
          <a:prstGeom prst="rect">
            <a:avLst/>
          </a:prstGeom>
        </p:spPr>
        <p:txBody>
          <a:bodyPr/>
          <a:lstStyle>
            <a:lvl1pPr marL="277086" indent="-276650" algn="l" defTabSz="914384" rtl="0" eaLnBrk="1" latinLnBrk="0" hangingPunct="1">
              <a:lnSpc>
                <a:spcPct val="90000"/>
              </a:lnSpc>
              <a:spcBef>
                <a:spcPts val="1213"/>
              </a:spcBef>
              <a:buClr>
                <a:srgbClr val="000000"/>
              </a:buClr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8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80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72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64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56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48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40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32" indent="-228596" algn="l" defTabSz="914384" rtl="0" eaLnBrk="1" latinLnBrk="0" hangingPunct="1">
              <a:lnSpc>
                <a:spcPct val="90000"/>
              </a:lnSpc>
              <a:spcBef>
                <a:spcPts val="501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599F7CD5-9A65-8236-1C05-6D4BF850106F}"/>
              </a:ext>
            </a:extLst>
          </p:cNvPr>
          <p:cNvSpPr txBox="1"/>
          <p:nvPr/>
        </p:nvSpPr>
        <p:spPr>
          <a:xfrm>
            <a:off x="11336785" y="6524182"/>
            <a:ext cx="53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C471400-BA1B-8BC1-1E25-B6F0FFDC3631}"/>
              </a:ext>
            </a:extLst>
          </p:cNvPr>
          <p:cNvSpPr/>
          <p:nvPr/>
        </p:nvSpPr>
        <p:spPr>
          <a:xfrm>
            <a:off x="407803" y="66059"/>
            <a:ext cx="11322081" cy="62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TỐI ƯU ĐA LỚP IP/OPTICAL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09E979-4F10-499A-5375-D62E2F35386C}"/>
              </a:ext>
            </a:extLst>
          </p:cNvPr>
          <p:cNvSpPr/>
          <p:nvPr/>
        </p:nvSpPr>
        <p:spPr>
          <a:xfrm>
            <a:off x="8124886" y="1736333"/>
            <a:ext cx="1691640" cy="550228"/>
          </a:xfrm>
          <a:prstGeom prst="rect">
            <a:avLst/>
          </a:prstGeom>
          <a:solidFill>
            <a:srgbClr val="D7ECFF"/>
          </a:solidFill>
          <a:ln>
            <a:solidFill>
              <a:srgbClr val="D7EC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</a:rPr>
              <a:t>IP Layer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418F41C-825B-396D-9B95-C5BCBC59067F}"/>
              </a:ext>
            </a:extLst>
          </p:cNvPr>
          <p:cNvSpPr/>
          <p:nvPr/>
        </p:nvSpPr>
        <p:spPr>
          <a:xfrm>
            <a:off x="9245763" y="3528262"/>
            <a:ext cx="1835191" cy="550228"/>
          </a:xfrm>
          <a:prstGeom prst="rect">
            <a:avLst/>
          </a:prstGeom>
          <a:solidFill>
            <a:srgbClr val="FFE5D0"/>
          </a:solidFill>
          <a:ln>
            <a:solidFill>
              <a:srgbClr val="FFE5D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</a:rPr>
              <a:t>Optical Layer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8189801-981F-560B-DB9D-0ED7F68CE891}"/>
              </a:ext>
            </a:extLst>
          </p:cNvPr>
          <p:cNvSpPr/>
          <p:nvPr/>
        </p:nvSpPr>
        <p:spPr>
          <a:xfrm>
            <a:off x="407803" y="4800600"/>
            <a:ext cx="2563270" cy="822960"/>
          </a:xfrm>
          <a:prstGeom prst="rect">
            <a:avLst/>
          </a:prstGeom>
          <a:solidFill>
            <a:srgbClr val="102B4E"/>
          </a:solidFill>
          <a:ln w="12700">
            <a:solidFill>
              <a:srgbClr val="335C86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Input</a:t>
            </a:r>
            <a:endParaRPr lang="en-US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Topology + Demands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05F02A4-C5E9-1D98-C239-A76364FF9BF3}"/>
              </a:ext>
            </a:extLst>
          </p:cNvPr>
          <p:cNvSpPr/>
          <p:nvPr/>
        </p:nvSpPr>
        <p:spPr>
          <a:xfrm>
            <a:off x="2971073" y="5212080"/>
            <a:ext cx="118872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dirty="0">
              <a:solidFill>
                <a:srgbClr val="002060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1C6A847-AFEE-BE01-377C-9AA90E3D754E}"/>
              </a:ext>
            </a:extLst>
          </p:cNvPr>
          <p:cNvSpPr/>
          <p:nvPr/>
        </p:nvSpPr>
        <p:spPr>
          <a:xfrm>
            <a:off x="4159793" y="4800600"/>
            <a:ext cx="3186635" cy="822960"/>
          </a:xfrm>
          <a:prstGeom prst="rect">
            <a:avLst/>
          </a:prstGeom>
          <a:solidFill>
            <a:srgbClr val="102B4E"/>
          </a:solidFill>
          <a:ln w="12700">
            <a:solidFill>
              <a:srgbClr val="335C86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SA Search</a:t>
            </a:r>
            <a:endParaRPr lang="en-US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Neighbor Solutions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F6B6FEB-E0F9-9BDA-1C5A-E73B7CD6813A}"/>
              </a:ext>
            </a:extLst>
          </p:cNvPr>
          <p:cNvSpPr/>
          <p:nvPr/>
        </p:nvSpPr>
        <p:spPr>
          <a:xfrm>
            <a:off x="7346428" y="5212080"/>
            <a:ext cx="1280160" cy="0"/>
          </a:xfrm>
          <a:prstGeom prst="line">
            <a:avLst/>
          </a:prstGeom>
          <a:noFill/>
          <a:ln w="25400">
            <a:solidFill>
              <a:srgbClr val="FF7F0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>
              <a:solidFill>
                <a:srgbClr val="002060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EB1ACFE-10B6-751F-2636-41E32A09FB50}"/>
              </a:ext>
            </a:extLst>
          </p:cNvPr>
          <p:cNvSpPr/>
          <p:nvPr/>
        </p:nvSpPr>
        <p:spPr>
          <a:xfrm>
            <a:off x="8626588" y="4800600"/>
            <a:ext cx="2896818" cy="822960"/>
          </a:xfrm>
          <a:prstGeom prst="rect">
            <a:avLst/>
          </a:prstGeom>
          <a:solidFill>
            <a:srgbClr val="102B4E"/>
          </a:solidFill>
          <a:ln w="12700">
            <a:solidFill>
              <a:srgbClr val="335C86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Output</a:t>
            </a:r>
            <a:endParaRPr lang="en-US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Best State + Charts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3A65933-D38E-A78F-70D7-ADBFA8E25960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9107866" y="2286561"/>
            <a:ext cx="1055493" cy="1241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D30E5F-B254-5998-463A-BDFC9C49847A}"/>
              </a:ext>
            </a:extLst>
          </p:cNvPr>
          <p:cNvSpPr txBox="1"/>
          <p:nvPr/>
        </p:nvSpPr>
        <p:spPr>
          <a:xfrm rot="2958118">
            <a:off x="9331459" y="2679995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mapping</a:t>
            </a:r>
            <a:endParaRPr lang="vi-VN" sz="1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63B351C-297C-F774-FBF7-1878469A977F}"/>
              </a:ext>
            </a:extLst>
          </p:cNvPr>
          <p:cNvSpPr/>
          <p:nvPr/>
        </p:nvSpPr>
        <p:spPr>
          <a:xfrm>
            <a:off x="360795" y="1499375"/>
            <a:ext cx="7412640" cy="19296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002060"/>
                </a:solidFill>
              </a:rPr>
              <a:t>Cross-layer Optimization using Simulated Annealing</a:t>
            </a:r>
          </a:p>
          <a:p>
            <a:r>
              <a:rPr lang="en-US" b="1" dirty="0">
                <a:solidFill>
                  <a:srgbClr val="002060"/>
                </a:solidFill>
              </a:rPr>
              <a:t> </a:t>
            </a:r>
          </a:p>
          <a:p>
            <a:r>
              <a:rPr lang="vi-VN" dirty="0">
                <a:solidFill>
                  <a:srgbClr val="002060"/>
                </a:solidFill>
              </a:rPr>
              <a:t>Mục tiêu: tìm cấu hình định tuyến </a:t>
            </a:r>
            <a:r>
              <a:rPr lang="vi-VN" dirty="0" err="1">
                <a:solidFill>
                  <a:srgbClr val="002060"/>
                </a:solidFill>
              </a:rPr>
              <a:t>IP</a:t>
            </a:r>
            <a:r>
              <a:rPr lang="vi-VN" dirty="0">
                <a:solidFill>
                  <a:srgbClr val="002060"/>
                </a:solidFill>
              </a:rPr>
              <a:t> và cấp phát </a:t>
            </a:r>
            <a:r>
              <a:rPr lang="vi-VN" dirty="0" err="1">
                <a:solidFill>
                  <a:srgbClr val="002060"/>
                </a:solidFill>
              </a:rPr>
              <a:t>lightpath</a:t>
            </a:r>
            <a:r>
              <a:rPr lang="vi-VN" dirty="0">
                <a:solidFill>
                  <a:srgbClr val="002060"/>
                </a:solidFill>
              </a:rPr>
              <a:t>/</a:t>
            </a:r>
            <a:r>
              <a:rPr lang="vi-VN" dirty="0" err="1">
                <a:solidFill>
                  <a:srgbClr val="002060"/>
                </a:solidFill>
              </a:rPr>
              <a:t>spectrum</a:t>
            </a:r>
            <a:r>
              <a:rPr lang="vi-VN" dirty="0">
                <a:solidFill>
                  <a:srgbClr val="002060"/>
                </a:solidFill>
              </a:rPr>
              <a:t> có chi phí thấp nhất.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226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28EB-A1F1-341D-DEAC-FB41FC236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1">
            <a:extLst>
              <a:ext uri="{FF2B5EF4-FFF2-40B4-BE49-F238E27FC236}">
                <a16:creationId xmlns:a16="http://schemas.microsoft.com/office/drawing/2014/main" id="{7986CC4E-3D4E-AA65-73D8-46A75BFEFEDF}"/>
              </a:ext>
            </a:extLst>
          </p:cNvPr>
          <p:cNvSpPr/>
          <p:nvPr/>
        </p:nvSpPr>
        <p:spPr>
          <a:xfrm>
            <a:off x="335771" y="109727"/>
            <a:ext cx="11285957" cy="484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Mô hình hệ thống đa lớp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5C1130E-94F3-09DF-7369-4B2106501785}"/>
              </a:ext>
            </a:extLst>
          </p:cNvPr>
          <p:cNvSpPr/>
          <p:nvPr/>
        </p:nvSpPr>
        <p:spPr>
          <a:xfrm>
            <a:off x="335771" y="97383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IP topology được ánh xạ xuống optical topology thông qua ip_to_opt_map</a:t>
            </a: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19B6D127-A272-DB93-D2C2-0540DAB4F28F}"/>
              </a:ext>
            </a:extLst>
          </p:cNvPr>
          <p:cNvSpPr/>
          <p:nvPr/>
        </p:nvSpPr>
        <p:spPr>
          <a:xfrm>
            <a:off x="675229" y="1467465"/>
            <a:ext cx="2834640" cy="41148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Tầng IP</a:t>
            </a:r>
            <a:endParaRPr lang="en-US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7A562CF0-FA18-0CE7-864D-722DA373D9AA}"/>
              </a:ext>
            </a:extLst>
          </p:cNvPr>
          <p:cNvSpPr/>
          <p:nvPr/>
        </p:nvSpPr>
        <p:spPr>
          <a:xfrm>
            <a:off x="675229" y="2016105"/>
            <a:ext cx="2834640" cy="914400"/>
          </a:xfrm>
          <a:prstGeom prst="rect">
            <a:avLst/>
          </a:prstGeom>
          <a:solidFill>
            <a:srgbClr val="EEF6FF"/>
          </a:solidFill>
          <a:ln w="12700">
            <a:solidFill>
              <a:srgbClr val="99C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Router + logical links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Demand route: x[d,u,v]</a:t>
            </a:r>
            <a:endParaRPr lang="en-US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1F027A9-DE14-A9E1-7364-67883E47CC2A}"/>
              </a:ext>
            </a:extLst>
          </p:cNvPr>
          <p:cNvSpPr/>
          <p:nvPr/>
        </p:nvSpPr>
        <p:spPr>
          <a:xfrm>
            <a:off x="4430659" y="1467465"/>
            <a:ext cx="227961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Mapping</a:t>
            </a:r>
            <a:endParaRPr lang="en-US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27D88FD3-64EC-06FD-335D-125CDA6C3283}"/>
              </a:ext>
            </a:extLst>
          </p:cNvPr>
          <p:cNvSpPr/>
          <p:nvPr/>
        </p:nvSpPr>
        <p:spPr>
          <a:xfrm>
            <a:off x="4424269" y="2016105"/>
            <a:ext cx="2286000" cy="91440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IP node i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→ Optical node φ(i)</a:t>
            </a:r>
            <a:endParaRPr lang="en-US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7F97D522-B04A-77DE-DC3A-8F790442C215}"/>
              </a:ext>
            </a:extLst>
          </p:cNvPr>
          <p:cNvSpPr/>
          <p:nvPr/>
        </p:nvSpPr>
        <p:spPr>
          <a:xfrm>
            <a:off x="8127589" y="1467465"/>
            <a:ext cx="2880360" cy="41148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Tầng quang</a:t>
            </a:r>
            <a:endParaRPr lang="en-US" dirty="0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19F95EEC-3A58-7FA1-2D03-F171935C8A71}"/>
              </a:ext>
            </a:extLst>
          </p:cNvPr>
          <p:cNvSpPr/>
          <p:nvPr/>
        </p:nvSpPr>
        <p:spPr>
          <a:xfrm>
            <a:off x="8127589" y="2016105"/>
            <a:ext cx="2880360" cy="914400"/>
          </a:xfrm>
          <a:prstGeom prst="rect">
            <a:avLst/>
          </a:prstGeom>
          <a:solidFill>
            <a:srgbClr val="FFF4EA"/>
          </a:solidFill>
          <a:ln w="12700">
            <a:solidFill>
              <a:srgbClr val="FFD4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ROADM + fiber links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Lightpath + spectrum slots</a:t>
            </a:r>
            <a:endParaRPr lang="en-US" dirty="0"/>
          </a:p>
        </p:txBody>
      </p:sp>
      <p:sp>
        <p:nvSpPr>
          <p:cNvPr id="39" name="Shape 10">
            <a:extLst>
              <a:ext uri="{FF2B5EF4-FFF2-40B4-BE49-F238E27FC236}">
                <a16:creationId xmlns:a16="http://schemas.microsoft.com/office/drawing/2014/main" id="{8017F6A9-5D1B-2952-6F49-9E60B3750016}"/>
              </a:ext>
            </a:extLst>
          </p:cNvPr>
          <p:cNvSpPr/>
          <p:nvPr/>
        </p:nvSpPr>
        <p:spPr>
          <a:xfrm>
            <a:off x="3509869" y="2473305"/>
            <a:ext cx="8686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0" name="Shape 11">
            <a:extLst>
              <a:ext uri="{FF2B5EF4-FFF2-40B4-BE49-F238E27FC236}">
                <a16:creationId xmlns:a16="http://schemas.microsoft.com/office/drawing/2014/main" id="{2EDA0903-7859-4B86-4214-FDDA375B92A2}"/>
              </a:ext>
            </a:extLst>
          </p:cNvPr>
          <p:cNvSpPr/>
          <p:nvPr/>
        </p:nvSpPr>
        <p:spPr>
          <a:xfrm>
            <a:off x="6710269" y="2473305"/>
            <a:ext cx="1371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DA4653D3-6234-FA3D-0F88-D4408194A315}"/>
              </a:ext>
            </a:extLst>
          </p:cNvPr>
          <p:cNvSpPr/>
          <p:nvPr/>
        </p:nvSpPr>
        <p:spPr>
          <a:xfrm>
            <a:off x="371903" y="34379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Ví dụ một demand sau khi ánh xạ:</a:t>
            </a:r>
            <a:endParaRPr lang="en-US" sz="2000" b="1" dirty="0"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5AA0184C-C965-F563-25A1-0A189D4DB787}"/>
              </a:ext>
            </a:extLst>
          </p:cNvPr>
          <p:cNvSpPr/>
          <p:nvPr/>
        </p:nvSpPr>
        <p:spPr>
          <a:xfrm>
            <a:off x="371903" y="4050497"/>
            <a:ext cx="2410626" cy="822960"/>
          </a:xfrm>
          <a:prstGeom prst="rect">
            <a:avLst/>
          </a:prstGeom>
          <a:solidFill>
            <a:srgbClr val="EEF6FF"/>
          </a:solidFill>
          <a:ln w="12700">
            <a:solidFill>
              <a:srgbClr val="99C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IP route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5 → 1 → 3 → 4 → 0</a:t>
            </a:r>
            <a:endParaRPr lang="en-US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894DDAAC-74B8-8BBD-5787-2C2197D4EFDD}"/>
              </a:ext>
            </a:extLst>
          </p:cNvPr>
          <p:cNvSpPr/>
          <p:nvPr/>
        </p:nvSpPr>
        <p:spPr>
          <a:xfrm>
            <a:off x="2869789" y="4461977"/>
            <a:ext cx="12801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90F1D5C7-A06C-5CC2-8A9C-86280CCDF560}"/>
              </a:ext>
            </a:extLst>
          </p:cNvPr>
          <p:cNvSpPr/>
          <p:nvPr/>
        </p:nvSpPr>
        <p:spPr>
          <a:xfrm>
            <a:off x="4237209" y="4050497"/>
            <a:ext cx="3713892" cy="82296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lvl="1"/>
            <a:r>
              <a:rPr b="1" dirty="0">
                <a:solidFill>
                  <a:srgbClr val="111827"/>
                </a:solidFill>
                <a:latin typeface="Aptos"/>
              </a:rPr>
              <a:t>Mapped optical nodes</a:t>
            </a:r>
          </a:p>
          <a:p>
            <a:pPr lvl="1"/>
            <a:r>
              <a:rPr b="1" dirty="0">
                <a:solidFill>
                  <a:srgbClr val="111827"/>
                </a:solidFill>
                <a:latin typeface="Aptos"/>
              </a:rPr>
              <a:t>φ(5) → φ(1) → φ(3) → φ(4) → φ(0)</a:t>
            </a:r>
          </a:p>
          <a:p>
            <a:pPr lvl="1"/>
            <a:r>
              <a:rPr b="1" dirty="0" err="1">
                <a:solidFill>
                  <a:srgbClr val="111827"/>
                </a:solidFill>
                <a:latin typeface="Aptos"/>
              </a:rPr>
              <a:t>Ví</a:t>
            </a:r>
            <a:r>
              <a:rPr b="1" dirty="0">
                <a:solidFill>
                  <a:srgbClr val="111827"/>
                </a:solidFill>
                <a:latin typeface="Aptos"/>
              </a:rPr>
              <a:t> </a:t>
            </a:r>
            <a:r>
              <a:rPr b="1" dirty="0" err="1">
                <a:solidFill>
                  <a:srgbClr val="111827"/>
                </a:solidFill>
                <a:latin typeface="Aptos"/>
              </a:rPr>
              <a:t>dụ</a:t>
            </a:r>
            <a:r>
              <a:rPr b="1" dirty="0">
                <a:solidFill>
                  <a:srgbClr val="111827"/>
                </a:solidFill>
                <a:latin typeface="Aptos"/>
              </a:rPr>
              <a:t> output: 5 → 0 → 9 → 6 → 1</a:t>
            </a:r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11B5BC0B-06C6-33A5-FC41-51E27640AC8F}"/>
              </a:ext>
            </a:extLst>
          </p:cNvPr>
          <p:cNvSpPr/>
          <p:nvPr/>
        </p:nvSpPr>
        <p:spPr>
          <a:xfrm>
            <a:off x="8127589" y="4461977"/>
            <a:ext cx="12801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A331A54D-97DB-69E6-071D-3688545088BE}"/>
              </a:ext>
            </a:extLst>
          </p:cNvPr>
          <p:cNvSpPr/>
          <p:nvPr/>
        </p:nvSpPr>
        <p:spPr>
          <a:xfrm>
            <a:off x="9567769" y="4050497"/>
            <a:ext cx="2252328" cy="822960"/>
          </a:xfrm>
          <a:prstGeom prst="rect">
            <a:avLst/>
          </a:prstGeom>
          <a:solidFill>
            <a:srgbClr val="FFF4EA"/>
          </a:solidFill>
          <a:ln w="12700">
            <a:solidFill>
              <a:srgbClr val="FFD4B5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Lightpath per IP link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opt_path + slot</a:t>
            </a:r>
            <a:endParaRPr lang="en-US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62A6C254-843D-6176-4F01-B80EED6A3AE1}"/>
              </a:ext>
            </a:extLst>
          </p:cNvPr>
          <p:cNvSpPr/>
          <p:nvPr/>
        </p:nvSpPr>
        <p:spPr>
          <a:xfrm>
            <a:off x="903829" y="5810865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A"/>
                </a:solidFill>
              </a:rPr>
              <a:t>Trạng thái nghiệm lưu đồng thời: x, y, z, s và lightpath_info.</a:t>
            </a:r>
            <a:endParaRPr lang="en-US" sz="2000" dirty="0"/>
          </a:p>
        </p:txBody>
      </p:sp>
      <p:sp>
        <p:nvSpPr>
          <p:cNvPr id="48" name="TextBox 4">
            <a:extLst>
              <a:ext uri="{FF2B5EF4-FFF2-40B4-BE49-F238E27FC236}">
                <a16:creationId xmlns:a16="http://schemas.microsoft.com/office/drawing/2014/main" id="{E79CBA55-B855-6749-D65A-8A1B0632DE03}"/>
              </a:ext>
            </a:extLst>
          </p:cNvPr>
          <p:cNvSpPr txBox="1"/>
          <p:nvPr/>
        </p:nvSpPr>
        <p:spPr>
          <a:xfrm>
            <a:off x="11336785" y="6524182"/>
            <a:ext cx="532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1437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FEE2D-B124-A020-76B3-281B2A07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60A8441F-8574-82AE-3DEC-BE779425B997}"/>
              </a:ext>
            </a:extLst>
          </p:cNvPr>
          <p:cNvSpPr/>
          <p:nvPr/>
        </p:nvSpPr>
        <p:spPr>
          <a:xfrm>
            <a:off x="310700" y="10201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Biểu </a:t>
            </a:r>
            <a:r>
              <a:rPr lang="en-US" sz="3600" b="1" dirty="0" err="1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diễn</a:t>
            </a:r>
            <a:r>
              <a:rPr lang="en-US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vi-VN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 biến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E59CC3F-8CAB-CBF9-F2E6-044992D545CF}"/>
              </a:ext>
            </a:extLst>
          </p:cNvPr>
          <p:cNvSpPr/>
          <p:nvPr/>
        </p:nvSpPr>
        <p:spPr>
          <a:xfrm>
            <a:off x="619432" y="1650638"/>
            <a:ext cx="1682564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Biến</a:t>
            </a:r>
            <a:endParaRPr lang="en-US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961C26E1-7E46-6A0C-B25B-20E2431C1A5A}"/>
              </a:ext>
            </a:extLst>
          </p:cNvPr>
          <p:cNvSpPr/>
          <p:nvPr/>
        </p:nvSpPr>
        <p:spPr>
          <a:xfrm>
            <a:off x="2242249" y="1650638"/>
            <a:ext cx="5603042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Ý nghĩa</a:t>
            </a:r>
            <a:endParaRPr lang="en-US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F06A3E5-C40E-D5DC-E69F-9EB948A232F1}"/>
              </a:ext>
            </a:extLst>
          </p:cNvPr>
          <p:cNvSpPr/>
          <p:nvPr/>
        </p:nvSpPr>
        <p:spPr>
          <a:xfrm>
            <a:off x="7862367" y="1650638"/>
            <a:ext cx="3611878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Vai trò</a:t>
            </a:r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603A0EB-F3C7-C49A-FEC6-CC2240F40010}"/>
              </a:ext>
            </a:extLst>
          </p:cNvPr>
          <p:cNvSpPr/>
          <p:nvPr/>
        </p:nvSpPr>
        <p:spPr>
          <a:xfrm>
            <a:off x="619432" y="2062118"/>
            <a:ext cx="16825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x[d,u,v]</a:t>
            </a:r>
            <a:endParaRPr 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EA3C3A8-573A-4DF7-3529-9939BE919410}"/>
              </a:ext>
            </a:extLst>
          </p:cNvPr>
          <p:cNvSpPr/>
          <p:nvPr/>
        </p:nvSpPr>
        <p:spPr>
          <a:xfrm>
            <a:off x="2242249" y="2080406"/>
            <a:ext cx="560304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Demand d có đi qua IP link (u,v)</a:t>
            </a:r>
            <a:endParaRPr lang="en-US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D2620F2-5467-FFE3-2730-77760CAC6A5A}"/>
              </a:ext>
            </a:extLst>
          </p:cNvPr>
          <p:cNvSpPr/>
          <p:nvPr/>
        </p:nvSpPr>
        <p:spPr>
          <a:xfrm>
            <a:off x="7862367" y="2080406"/>
            <a:ext cx="361187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Định tuyến tầng IP</a:t>
            </a:r>
            <a:endParaRPr lang="en-US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1A87ED8-8CA7-19DD-0D2D-01803F1C3B39}"/>
              </a:ext>
            </a:extLst>
          </p:cNvPr>
          <p:cNvSpPr/>
          <p:nvPr/>
        </p:nvSpPr>
        <p:spPr>
          <a:xfrm>
            <a:off x="619432" y="2519318"/>
            <a:ext cx="1682564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y[u,v,p]</a:t>
            </a:r>
            <a:endParaRPr lang="en-US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C4092A5-DFCB-6162-DB3F-77A0F00F4FDF}"/>
              </a:ext>
            </a:extLst>
          </p:cNvPr>
          <p:cNvSpPr/>
          <p:nvPr/>
        </p:nvSpPr>
        <p:spPr>
          <a:xfrm>
            <a:off x="2242249" y="2519318"/>
            <a:ext cx="5603042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solidFill>
                  <a:srgbClr val="111827"/>
                </a:solidFill>
              </a:rPr>
              <a:t>Số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vi-VN" dirty="0">
                <a:solidFill>
                  <a:srgbClr val="111827"/>
                </a:solidFill>
              </a:rPr>
              <a:t>đường sáng</a:t>
            </a:r>
            <a:r>
              <a:rPr lang="en-US" dirty="0">
                <a:solidFill>
                  <a:srgbClr val="111827"/>
                </a:solidFill>
              </a:rPr>
              <a:t> hỗ trợ IP link (u,v) theo path p</a:t>
            </a:r>
            <a:endParaRPr lang="en-US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07B5AA5-6748-AE59-900D-A502769C0D09}"/>
              </a:ext>
            </a:extLst>
          </p:cNvPr>
          <p:cNvSpPr/>
          <p:nvPr/>
        </p:nvSpPr>
        <p:spPr>
          <a:xfrm>
            <a:off x="7862367" y="2519318"/>
            <a:ext cx="3611878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Dung lượng IP link</a:t>
            </a:r>
            <a:endParaRPr lang="en-US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0FAF321-2435-25D7-C9FD-5863422F6D1A}"/>
              </a:ext>
            </a:extLst>
          </p:cNvPr>
          <p:cNvSpPr/>
          <p:nvPr/>
        </p:nvSpPr>
        <p:spPr>
          <a:xfrm>
            <a:off x="619432" y="2958230"/>
            <a:ext cx="16825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z[</a:t>
            </a:r>
            <a:r>
              <a:rPr lang="en-US" b="1" dirty="0" err="1">
                <a:solidFill>
                  <a:srgbClr val="111827"/>
                </a:solidFill>
                <a:latin typeface="Aptos Narrow" panose="020B0004020202020204" pitchFamily="34" charset="0"/>
              </a:rPr>
              <a:t>l</a:t>
            </a:r>
            <a:r>
              <a:rPr lang="en-US" b="1" dirty="0" err="1">
                <a:solidFill>
                  <a:srgbClr val="111827"/>
                </a:solidFill>
              </a:rPr>
              <a:t>,e</a:t>
            </a:r>
            <a:r>
              <a:rPr lang="en-US" b="1" dirty="0">
                <a:solidFill>
                  <a:srgbClr val="111827"/>
                </a:solidFill>
              </a:rPr>
              <a:t>]</a:t>
            </a:r>
            <a:endParaRPr lang="en-US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2635B89E-6048-EC00-9D9C-E13F31C2C9E7}"/>
              </a:ext>
            </a:extLst>
          </p:cNvPr>
          <p:cNvSpPr/>
          <p:nvPr/>
        </p:nvSpPr>
        <p:spPr>
          <a:xfrm>
            <a:off x="2242249" y="2958230"/>
            <a:ext cx="560304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11827"/>
                </a:solidFill>
              </a:rPr>
              <a:t>Đường sáng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111827"/>
                </a:solidFill>
                <a:latin typeface="Aptos Narrow" panose="020B0004020202020204" pitchFamily="34" charset="0"/>
              </a:rPr>
              <a:t>l</a:t>
            </a:r>
            <a:r>
              <a:rPr lang="en-US" dirty="0">
                <a:solidFill>
                  <a:srgbClr val="111827"/>
                </a:solidFill>
              </a:rPr>
              <a:t> có </a:t>
            </a:r>
            <a:r>
              <a:rPr lang="en-US" dirty="0" err="1">
                <a:solidFill>
                  <a:srgbClr val="111827"/>
                </a:solidFill>
              </a:rPr>
              <a:t>đi</a:t>
            </a:r>
            <a:r>
              <a:rPr lang="en-US" dirty="0">
                <a:solidFill>
                  <a:srgbClr val="111827"/>
                </a:solidFill>
              </a:rPr>
              <a:t> qua </a:t>
            </a:r>
            <a:r>
              <a:rPr lang="vi-VN" dirty="0">
                <a:solidFill>
                  <a:srgbClr val="111827"/>
                </a:solidFill>
              </a:rPr>
              <a:t>sợi quang</a:t>
            </a:r>
            <a:r>
              <a:rPr lang="en-US" dirty="0">
                <a:solidFill>
                  <a:srgbClr val="111827"/>
                </a:solidFill>
              </a:rPr>
              <a:t> e ko</a:t>
            </a:r>
            <a:endParaRPr lang="en-US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7CD310EB-D8FC-13D1-FBF0-1F0F3DFF7672}"/>
              </a:ext>
            </a:extLst>
          </p:cNvPr>
          <p:cNvSpPr/>
          <p:nvPr/>
        </p:nvSpPr>
        <p:spPr>
          <a:xfrm>
            <a:off x="7862367" y="2958230"/>
            <a:ext cx="361187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Ánh xạ xuống tầng quang</a:t>
            </a:r>
            <a:endParaRPr lang="en-US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FE3C7251-BE49-5B5A-3044-9675687DA4C3}"/>
              </a:ext>
            </a:extLst>
          </p:cNvPr>
          <p:cNvSpPr/>
          <p:nvPr/>
        </p:nvSpPr>
        <p:spPr>
          <a:xfrm>
            <a:off x="619432" y="3397142"/>
            <a:ext cx="1682564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s[</a:t>
            </a:r>
            <a:r>
              <a:rPr lang="en-US" b="1" dirty="0">
                <a:solidFill>
                  <a:srgbClr val="111827"/>
                </a:solidFill>
                <a:latin typeface="Aptos Narrow" panose="020B0004020202020204" pitchFamily="34" charset="0"/>
              </a:rPr>
              <a:t>l</a:t>
            </a:r>
            <a:r>
              <a:rPr lang="en-US" b="1" dirty="0">
                <a:solidFill>
                  <a:srgbClr val="111827"/>
                </a:solidFill>
              </a:rPr>
              <a:t>]</a:t>
            </a:r>
            <a:endParaRPr lang="en-US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7548003-E00A-6369-DE37-1B6F1C800ABE}"/>
              </a:ext>
            </a:extLst>
          </p:cNvPr>
          <p:cNvSpPr/>
          <p:nvPr/>
        </p:nvSpPr>
        <p:spPr>
          <a:xfrm>
            <a:off x="2242249" y="3397142"/>
            <a:ext cx="5603042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Slot bắt đầu của </a:t>
            </a:r>
            <a:r>
              <a:rPr lang="en-US" dirty="0" err="1">
                <a:solidFill>
                  <a:srgbClr val="111827"/>
                </a:solidFill>
              </a:rPr>
              <a:t>lightpath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111827"/>
                </a:solidFill>
                <a:latin typeface="Aptos Narrow" panose="020B0004020202020204" pitchFamily="34" charset="0"/>
              </a:rPr>
              <a:t>l</a:t>
            </a:r>
            <a:endParaRPr lang="en-US" dirty="0">
              <a:latin typeface="Aptos Narrow" panose="020B0004020202020204" pitchFamily="34" charset="0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D9498793-5043-7CA1-215A-94EDB405E5BA}"/>
              </a:ext>
            </a:extLst>
          </p:cNvPr>
          <p:cNvSpPr/>
          <p:nvPr/>
        </p:nvSpPr>
        <p:spPr>
          <a:xfrm>
            <a:off x="7862367" y="3397142"/>
            <a:ext cx="3611878" cy="41148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Cấp phát phổ</a:t>
            </a:r>
            <a:endParaRPr lang="en-US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0EB53F47-1DD1-9F68-E327-3E8C6FCEE986}"/>
              </a:ext>
            </a:extLst>
          </p:cNvPr>
          <p:cNvSpPr/>
          <p:nvPr/>
        </p:nvSpPr>
        <p:spPr>
          <a:xfrm>
            <a:off x="619432" y="3836054"/>
            <a:ext cx="168256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</a:rPr>
              <a:t>lightpath_info</a:t>
            </a:r>
            <a:endParaRPr lang="en-US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79827389-EE6A-6D9E-E571-BD0EFC6E6BD1}"/>
              </a:ext>
            </a:extLst>
          </p:cNvPr>
          <p:cNvSpPr/>
          <p:nvPr/>
        </p:nvSpPr>
        <p:spPr>
          <a:xfrm>
            <a:off x="2242249" y="3836054"/>
            <a:ext cx="560304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vi-VN" dirty="0">
                <a:solidFill>
                  <a:srgbClr val="111827"/>
                </a:solidFill>
              </a:rPr>
              <a:t>Đối tượng</a:t>
            </a:r>
            <a:r>
              <a:rPr lang="en-US" dirty="0">
                <a:solidFill>
                  <a:srgbClr val="111827"/>
                </a:solidFill>
              </a:rPr>
              <a:t> lưu ip_link, opt_path, slot, path_id</a:t>
            </a:r>
            <a:endParaRPr lang="en-US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945AA82-B15C-9E33-B46A-907ED03F43EC}"/>
              </a:ext>
            </a:extLst>
          </p:cNvPr>
          <p:cNvSpPr/>
          <p:nvPr/>
        </p:nvSpPr>
        <p:spPr>
          <a:xfrm>
            <a:off x="7862367" y="3836054"/>
            <a:ext cx="361187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Dễ kiểm tra/debug</a:t>
            </a:r>
            <a:endParaRPr lang="en-US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404E1B78-E3F9-F9CC-8B9D-461FF7DB2EE9}"/>
              </a:ext>
            </a:extLst>
          </p:cNvPr>
          <p:cNvSpPr/>
          <p:nvPr/>
        </p:nvSpPr>
        <p:spPr>
          <a:xfrm>
            <a:off x="1757025" y="4971682"/>
            <a:ext cx="2103120" cy="731520"/>
          </a:xfrm>
          <a:prstGeom prst="rect">
            <a:avLst/>
          </a:prstGeom>
          <a:solidFill>
            <a:srgbClr val="EEF6FF"/>
          </a:solidFill>
          <a:ln w="12700">
            <a:solidFill>
              <a:srgbClr val="99C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Initial state</a:t>
            </a:r>
            <a:endParaRPr lang="en-US" sz="16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A2EE1DE-BF05-7192-CD16-4BA42EC7F31D}"/>
              </a:ext>
            </a:extLst>
          </p:cNvPr>
          <p:cNvSpPr/>
          <p:nvPr/>
        </p:nvSpPr>
        <p:spPr>
          <a:xfrm>
            <a:off x="3951585" y="5337442"/>
            <a:ext cx="1234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48F0C2C0-EF3F-65EB-A359-A62523E93BA6}"/>
              </a:ext>
            </a:extLst>
          </p:cNvPr>
          <p:cNvSpPr/>
          <p:nvPr/>
        </p:nvSpPr>
        <p:spPr>
          <a:xfrm>
            <a:off x="5277465" y="4971682"/>
            <a:ext cx="2194560" cy="731520"/>
          </a:xfrm>
          <a:prstGeom prst="rect">
            <a:avLst/>
          </a:prstGeom>
          <a:solidFill>
            <a:srgbClr val="FFF4EA"/>
          </a:solidFill>
          <a:ln w="12700">
            <a:solidFill>
              <a:srgbClr val="FFD4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Neighbor state</a:t>
            </a:r>
            <a:endParaRPr lang="en-US" sz="16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FFF4D800-0D1E-AC9E-4763-7508BFE8857D}"/>
              </a:ext>
            </a:extLst>
          </p:cNvPr>
          <p:cNvSpPr/>
          <p:nvPr/>
        </p:nvSpPr>
        <p:spPr>
          <a:xfrm>
            <a:off x="7563465" y="5337442"/>
            <a:ext cx="12344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4B65027D-82EC-FE8B-9B76-0E7C57CB179D}"/>
              </a:ext>
            </a:extLst>
          </p:cNvPr>
          <p:cNvSpPr/>
          <p:nvPr/>
        </p:nvSpPr>
        <p:spPr>
          <a:xfrm>
            <a:off x="8889345" y="4971682"/>
            <a:ext cx="2103120" cy="731520"/>
          </a:xfrm>
          <a:prstGeom prst="rect">
            <a:avLst/>
          </a:prstGeom>
          <a:solidFill>
            <a:srgbClr val="EAF8EA"/>
          </a:solidFill>
          <a:ln w="12700">
            <a:solidFill>
              <a:srgbClr val="CBEAC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Best state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057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56247-D5EC-5F48-080A-B2255A64B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DDF79A7-0076-C855-AD22-5DD8C0E40230}"/>
              </a:ext>
            </a:extLst>
          </p:cNvPr>
          <p:cNvSpPr/>
          <p:nvPr/>
        </p:nvSpPr>
        <p:spPr>
          <a:xfrm>
            <a:off x="217784" y="15672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Hàm mục tiêu và ràng buộc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1008DCE9-2E1E-85F7-2CF9-7520B563B4AC}"/>
              </a:ext>
            </a:extLst>
          </p:cNvPr>
          <p:cNvSpPr/>
          <p:nvPr/>
        </p:nvSpPr>
        <p:spPr>
          <a:xfrm>
            <a:off x="491023" y="1034550"/>
            <a:ext cx="56049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b="1" dirty="0">
                <a:solidFill>
                  <a:srgbClr val="6B7280"/>
                </a:solidFill>
              </a:rPr>
              <a:t>Cost = α·Energy + β·Delay + Penalty</a:t>
            </a:r>
            <a:endParaRPr lang="en-US" sz="2000" b="1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9A6ACDD-FD6D-CEF4-8C39-668CDFBB9FDA}"/>
              </a:ext>
            </a:extLst>
          </p:cNvPr>
          <p:cNvSpPr/>
          <p:nvPr/>
        </p:nvSpPr>
        <p:spPr>
          <a:xfrm>
            <a:off x="737911" y="1683774"/>
            <a:ext cx="19202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27903F55-3200-6DD8-9577-C02F0AD60952}"/>
              </a:ext>
            </a:extLst>
          </p:cNvPr>
          <p:cNvSpPr/>
          <p:nvPr/>
        </p:nvSpPr>
        <p:spPr>
          <a:xfrm>
            <a:off x="737911" y="2232414"/>
            <a:ext cx="374904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r>
              <a:rPr sz="1400" dirty="0">
                <a:solidFill>
                  <a:srgbClr val="111827"/>
                </a:solidFill>
                <a:latin typeface="Aptos"/>
              </a:rPr>
              <a:t>Minimize</a:t>
            </a:r>
          </a:p>
          <a:p>
            <a:r>
              <a:rPr sz="1400" dirty="0">
                <a:solidFill>
                  <a:srgbClr val="111827"/>
                </a:solidFill>
                <a:latin typeface="Aptos"/>
              </a:rPr>
              <a:t>α·Energy + β·Delay + Penalty</a:t>
            </a:r>
          </a:p>
          <a:p>
            <a:endParaRPr sz="1400" dirty="0">
              <a:solidFill>
                <a:srgbClr val="111827"/>
              </a:solidFill>
              <a:latin typeface="Aptos"/>
            </a:endParaRPr>
          </a:p>
          <a:p>
            <a:r>
              <a:rPr sz="1400" dirty="0">
                <a:solidFill>
                  <a:srgbClr val="111827"/>
                </a:solidFill>
                <a:latin typeface="Aptos"/>
              </a:rPr>
              <a:t>Delay = Σ </a:t>
            </a:r>
            <a:r>
              <a:rPr sz="1400" dirty="0" err="1">
                <a:solidFill>
                  <a:srgbClr val="111827"/>
                </a:solidFill>
                <a:latin typeface="Aptos"/>
              </a:rPr>
              <a:t>b_d</a:t>
            </a:r>
            <a:r>
              <a:rPr sz="1400" dirty="0">
                <a:solidFill>
                  <a:srgbClr val="111827"/>
                </a:solidFill>
                <a:latin typeface="Aptos"/>
              </a:rPr>
              <a:t> · x[</a:t>
            </a:r>
            <a:r>
              <a:rPr sz="1400" dirty="0" err="1">
                <a:solidFill>
                  <a:srgbClr val="111827"/>
                </a:solidFill>
                <a:latin typeface="Aptos"/>
              </a:rPr>
              <a:t>d,u,v</a:t>
            </a:r>
            <a:r>
              <a:rPr sz="1400" dirty="0">
                <a:solidFill>
                  <a:srgbClr val="111827"/>
                </a:solidFill>
                <a:latin typeface="Aptos"/>
              </a:rPr>
              <a:t>] · delay[</a:t>
            </a:r>
            <a:r>
              <a:rPr sz="1400" dirty="0" err="1">
                <a:solidFill>
                  <a:srgbClr val="111827"/>
                </a:solidFill>
                <a:latin typeface="Aptos"/>
              </a:rPr>
              <a:t>u,v</a:t>
            </a:r>
            <a:r>
              <a:rPr sz="1400" dirty="0">
                <a:solidFill>
                  <a:srgbClr val="111827"/>
                </a:solidFill>
                <a:latin typeface="Aptos"/>
              </a:rPr>
              <a:t>]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0623794-FCFC-644C-8FA5-73E66CBF7688}"/>
              </a:ext>
            </a:extLst>
          </p:cNvPr>
          <p:cNvSpPr/>
          <p:nvPr/>
        </p:nvSpPr>
        <p:spPr>
          <a:xfrm>
            <a:off x="5035591" y="1683774"/>
            <a:ext cx="2011680" cy="41148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Penalty checks</a:t>
            </a:r>
            <a:endParaRPr lang="en-US" sz="13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9A78651-B409-87D8-FA94-DBA25D7C3DAB}"/>
              </a:ext>
            </a:extLst>
          </p:cNvPr>
          <p:cNvSpPr/>
          <p:nvPr/>
        </p:nvSpPr>
        <p:spPr>
          <a:xfrm>
            <a:off x="4852711" y="2323854"/>
            <a:ext cx="2788920" cy="411480"/>
          </a:xfrm>
          <a:prstGeom prst="rect">
            <a:avLst/>
          </a:prstGeom>
          <a:solidFill>
            <a:srgbClr val="EEF6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Flow conservation</a:t>
            </a:r>
            <a:endParaRPr lang="en-US" sz="125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5DBB652-6037-AA0D-C7E1-6F0706DB47B7}"/>
              </a:ext>
            </a:extLst>
          </p:cNvPr>
          <p:cNvSpPr/>
          <p:nvPr/>
        </p:nvSpPr>
        <p:spPr>
          <a:xfrm>
            <a:off x="7961671" y="2323854"/>
            <a:ext cx="2788920" cy="411480"/>
          </a:xfrm>
          <a:prstGeom prst="rect">
            <a:avLst/>
          </a:prstGeom>
          <a:solidFill>
            <a:srgbClr val="EEF6FF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IP link capacity</a:t>
            </a:r>
            <a:endParaRPr lang="en-US" sz="125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F22DAE01-0F16-5356-44F7-78254DF63746}"/>
              </a:ext>
            </a:extLst>
          </p:cNvPr>
          <p:cNvSpPr/>
          <p:nvPr/>
        </p:nvSpPr>
        <p:spPr>
          <a:xfrm>
            <a:off x="4852711" y="2918214"/>
            <a:ext cx="2788920" cy="411480"/>
          </a:xfrm>
          <a:prstGeom prst="rect">
            <a:avLst/>
          </a:prstGeom>
          <a:solidFill>
            <a:srgbClr val="FFF4EA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Spectrum continuity</a:t>
            </a:r>
            <a:endParaRPr lang="en-US" sz="125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65E6366-925D-A7F6-0646-E8A83BCA16C4}"/>
              </a:ext>
            </a:extLst>
          </p:cNvPr>
          <p:cNvSpPr/>
          <p:nvPr/>
        </p:nvSpPr>
        <p:spPr>
          <a:xfrm>
            <a:off x="7961671" y="2918214"/>
            <a:ext cx="2788920" cy="411480"/>
          </a:xfrm>
          <a:prstGeom prst="rect">
            <a:avLst/>
          </a:prstGeom>
          <a:solidFill>
            <a:srgbClr val="FFF4EA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Non-overlap on fiber</a:t>
            </a:r>
            <a:endParaRPr lang="en-US" sz="125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C904D07-3EDB-7DA0-E347-68460A356164}"/>
              </a:ext>
            </a:extLst>
          </p:cNvPr>
          <p:cNvSpPr/>
          <p:nvPr/>
        </p:nvSpPr>
        <p:spPr>
          <a:xfrm>
            <a:off x="4852711" y="3512574"/>
            <a:ext cx="2788920" cy="411480"/>
          </a:xfrm>
          <a:prstGeom prst="rect">
            <a:avLst/>
          </a:prstGeom>
          <a:solidFill>
            <a:srgbClr val="EAF8EA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Lightpath consistency</a:t>
            </a:r>
            <a:endParaRPr lang="en-US" sz="125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4A5FB6A7-D4D4-74F2-85B8-6FE2CC4F41F0}"/>
              </a:ext>
            </a:extLst>
          </p:cNvPr>
          <p:cNvSpPr/>
          <p:nvPr/>
        </p:nvSpPr>
        <p:spPr>
          <a:xfrm>
            <a:off x="7961671" y="3512574"/>
            <a:ext cx="2788920" cy="411480"/>
          </a:xfrm>
          <a:prstGeom prst="rect">
            <a:avLst/>
          </a:prstGeom>
          <a:solidFill>
            <a:srgbClr val="EAF8EA"/>
          </a:solidFill>
          <a:ln w="12700">
            <a:solidFill>
              <a:srgbClr val="E5E7E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</a:rPr>
              <a:t>Non-disruptive y vs y0</a:t>
            </a:r>
            <a:endParaRPr lang="en-US" sz="12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11DB1AC-20AC-2E31-42BF-6A986728376A}"/>
                  </a:ext>
                </a:extLst>
              </p14:cNvPr>
              <p14:cNvContentPartPr/>
              <p14:nvPr/>
            </p14:nvContentPartPr>
            <p14:xfrm>
              <a:off x="766730" y="3085204"/>
              <a:ext cx="2420280" cy="1800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11DB1AC-20AC-2E31-42BF-6A98672837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610" y="3079084"/>
                <a:ext cx="243252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2358C01-5B37-273D-181C-23E4755DBFDF}"/>
                  </a:ext>
                </a:extLst>
              </p14:cNvPr>
              <p14:cNvContentPartPr/>
              <p14:nvPr/>
            </p14:nvContentPartPr>
            <p14:xfrm>
              <a:off x="2929970" y="5151964"/>
              <a:ext cx="949680" cy="2797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2358C01-5B37-273D-181C-23E4755DBF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3850" y="5145844"/>
                <a:ext cx="9619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292D52D-D7D2-8E0F-03A4-B9BB53136725}"/>
                  </a:ext>
                </a:extLst>
              </p14:cNvPr>
              <p14:cNvContentPartPr/>
              <p14:nvPr/>
            </p14:nvContentPartPr>
            <p14:xfrm>
              <a:off x="3922850" y="1464844"/>
              <a:ext cx="996480" cy="3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292D52D-D7D2-8E0F-03A4-B9BB531367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16730" y="1458724"/>
                <a:ext cx="10087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0C622042-B80E-EE60-78BE-A7C56E5EEF65}"/>
                  </a:ext>
                </a:extLst>
              </p14:cNvPr>
              <p14:cNvContentPartPr/>
              <p14:nvPr/>
            </p14:nvContentPartPr>
            <p14:xfrm>
              <a:off x="381890" y="1060204"/>
              <a:ext cx="789840" cy="442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0C622042-B80E-EE60-78BE-A7C56E5EEF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5770" y="1054084"/>
                <a:ext cx="802080" cy="45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914CE3CA-0456-EA1C-4D52-0DDF75BD809E}"/>
              </a:ext>
            </a:extLst>
          </p:cNvPr>
          <p:cNvGrpSpPr/>
          <p:nvPr/>
        </p:nvGrpSpPr>
        <p:grpSpPr>
          <a:xfrm>
            <a:off x="2575370" y="4286884"/>
            <a:ext cx="4756680" cy="1515240"/>
            <a:chOff x="2575370" y="4286884"/>
            <a:chExt cx="4756680" cy="151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704D57-C345-C7A6-62B8-A705162705FD}"/>
                    </a:ext>
                  </a:extLst>
                </p14:cNvPr>
                <p14:cNvContentPartPr/>
                <p14:nvPr/>
              </p14:nvContentPartPr>
              <p14:xfrm>
                <a:off x="2623250" y="4732204"/>
                <a:ext cx="316800" cy="385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704D57-C345-C7A6-62B8-A705162705F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17130" y="4726084"/>
                  <a:ext cx="3290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B65285-3C8B-9698-CE14-EE099C22B413}"/>
                    </a:ext>
                  </a:extLst>
                </p14:cNvPr>
                <p14:cNvContentPartPr/>
                <p14:nvPr/>
              </p14:nvContentPartPr>
              <p14:xfrm>
                <a:off x="3047690" y="4335484"/>
                <a:ext cx="3200760" cy="50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B65285-3C8B-9698-CE14-EE099C22B4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41570" y="4329364"/>
                  <a:ext cx="321300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6C2F685-992A-D015-7559-B5607F991311}"/>
                    </a:ext>
                  </a:extLst>
                </p14:cNvPr>
                <p14:cNvContentPartPr/>
                <p14:nvPr/>
              </p14:nvContentPartPr>
              <p14:xfrm>
                <a:off x="6203450" y="4412524"/>
                <a:ext cx="441360" cy="376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6C2F685-992A-D015-7559-B5607F99131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97330" y="4406404"/>
                  <a:ext cx="4536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AA02702-29D9-9B48-3409-AAC55B6A3AB9}"/>
                    </a:ext>
                  </a:extLst>
                </p14:cNvPr>
                <p14:cNvContentPartPr/>
                <p14:nvPr/>
              </p14:nvContentPartPr>
              <p14:xfrm>
                <a:off x="2841410" y="5142244"/>
                <a:ext cx="1081080" cy="36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AA02702-29D9-9B48-3409-AAC55B6A3AB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5290" y="5136124"/>
                  <a:ext cx="10933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5D5BA40-007B-2A77-ECA4-B41ADE9F63EC}"/>
                    </a:ext>
                  </a:extLst>
                </p14:cNvPr>
                <p14:cNvContentPartPr/>
                <p14:nvPr/>
              </p14:nvContentPartPr>
              <p14:xfrm>
                <a:off x="3891170" y="5257084"/>
                <a:ext cx="591120" cy="494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5D5BA40-007B-2A77-ECA4-B41ADE9F63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85050" y="5250964"/>
                  <a:ext cx="60336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6E42BED-0C26-0D2E-1CCB-ECE42FD4B326}"/>
                    </a:ext>
                  </a:extLst>
                </p14:cNvPr>
                <p14:cNvContentPartPr/>
                <p14:nvPr/>
              </p14:nvContentPartPr>
              <p14:xfrm>
                <a:off x="4375370" y="5563084"/>
                <a:ext cx="882360" cy="61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6E42BED-0C26-0D2E-1CCB-ECE42FD4B3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69250" y="5556964"/>
                  <a:ext cx="8946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28310E-853C-52E5-A605-7CF214075685}"/>
                    </a:ext>
                  </a:extLst>
                </p14:cNvPr>
                <p14:cNvContentPartPr/>
                <p14:nvPr/>
              </p14:nvContentPartPr>
              <p14:xfrm>
                <a:off x="5108330" y="5207764"/>
                <a:ext cx="626400" cy="564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28310E-853C-52E5-A605-7CF21407568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02210" y="5201644"/>
                  <a:ext cx="6386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778E92-DE1D-1704-F83F-135AB1A9DFAE}"/>
                    </a:ext>
                  </a:extLst>
                </p14:cNvPr>
                <p14:cNvContentPartPr/>
                <p14:nvPr/>
              </p14:nvContentPartPr>
              <p14:xfrm>
                <a:off x="5928770" y="4838764"/>
                <a:ext cx="546840" cy="569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778E92-DE1D-1704-F83F-135AB1A9DF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22650" y="4832644"/>
                  <a:ext cx="55908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287A848-EDF0-7E08-2879-9A6138CBFD88}"/>
                    </a:ext>
                  </a:extLst>
                </p14:cNvPr>
                <p14:cNvContentPartPr/>
                <p14:nvPr/>
              </p14:nvContentPartPr>
              <p14:xfrm>
                <a:off x="6351410" y="4818964"/>
                <a:ext cx="144000" cy="2203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287A848-EDF0-7E08-2879-9A6138CBFD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45290" y="4812844"/>
                  <a:ext cx="156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4AB0D0A-AD14-D9D4-2082-7F95FEE4C85A}"/>
                    </a:ext>
                  </a:extLst>
                </p14:cNvPr>
                <p14:cNvContentPartPr/>
                <p14:nvPr/>
              </p14:nvContentPartPr>
              <p14:xfrm>
                <a:off x="2831330" y="5299204"/>
                <a:ext cx="1019520" cy="375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4AB0D0A-AD14-D9D4-2082-7F95FEE4C85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825210" y="5293084"/>
                  <a:ext cx="10317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EADE24-A60B-D450-9BBB-BF637164D713}"/>
                    </a:ext>
                  </a:extLst>
                </p14:cNvPr>
                <p14:cNvContentPartPr/>
                <p14:nvPr/>
              </p14:nvContentPartPr>
              <p14:xfrm>
                <a:off x="2870930" y="4719604"/>
                <a:ext cx="360" cy="2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EADE24-A60B-D450-9BBB-BF637164D71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864810" y="4713484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D0D31C2-A931-CED1-9B5C-BED8391A6181}"/>
                    </a:ext>
                  </a:extLst>
                </p14:cNvPr>
                <p14:cNvContentPartPr/>
                <p14:nvPr/>
              </p14:nvContentPartPr>
              <p14:xfrm>
                <a:off x="2652770" y="4712764"/>
                <a:ext cx="328320" cy="419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D0D31C2-A931-CED1-9B5C-BED8391A61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46650" y="4706644"/>
                  <a:ext cx="34056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EDA3B7-7E1B-FC07-258B-D990C052792D}"/>
                    </a:ext>
                  </a:extLst>
                </p14:cNvPr>
                <p14:cNvContentPartPr/>
                <p14:nvPr/>
              </p14:nvContentPartPr>
              <p14:xfrm>
                <a:off x="2819810" y="5369404"/>
                <a:ext cx="140040" cy="168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EDA3B7-7E1B-FC07-258B-D990C05279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13690" y="5363284"/>
                  <a:ext cx="1522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47D13C0-CF13-102C-315E-95B8F0DFF781}"/>
                    </a:ext>
                  </a:extLst>
                </p14:cNvPr>
                <p14:cNvContentPartPr/>
                <p14:nvPr/>
              </p14:nvContentPartPr>
              <p14:xfrm>
                <a:off x="2941490" y="5505844"/>
                <a:ext cx="106920" cy="90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47D13C0-CF13-102C-315E-95B8F0DFF78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35370" y="5499724"/>
                  <a:ext cx="119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631CAF-479B-B4FD-7D70-2AAB9CE384B9}"/>
                    </a:ext>
                  </a:extLst>
                </p14:cNvPr>
                <p14:cNvContentPartPr/>
                <p14:nvPr/>
              </p14:nvContentPartPr>
              <p14:xfrm>
                <a:off x="2575370" y="4737964"/>
                <a:ext cx="540000" cy="3960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631CAF-479B-B4FD-7D70-2AAB9CE384B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69250" y="4731844"/>
                  <a:ext cx="55224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F1EAE3A-00DA-335E-7F09-69D37EE9D88E}"/>
                    </a:ext>
                  </a:extLst>
                </p14:cNvPr>
                <p14:cNvContentPartPr/>
                <p14:nvPr/>
              </p14:nvContentPartPr>
              <p14:xfrm>
                <a:off x="2723690" y="4286884"/>
                <a:ext cx="158760" cy="368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F1EAE3A-00DA-335E-7F09-69D37EE9D8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17570" y="4280764"/>
                  <a:ext cx="1710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051F5AB-50CC-D6E2-C776-6D1BDE096EF1}"/>
                    </a:ext>
                  </a:extLst>
                </p14:cNvPr>
                <p14:cNvContentPartPr/>
                <p14:nvPr/>
              </p14:nvContentPartPr>
              <p14:xfrm>
                <a:off x="7058090" y="4434484"/>
                <a:ext cx="209520" cy="31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051F5AB-50CC-D6E2-C776-6D1BDE096E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051970" y="4428364"/>
                  <a:ext cx="2217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F1974E-0CB9-5960-CDF5-01E6F6B11F5F}"/>
                    </a:ext>
                  </a:extLst>
                </p14:cNvPr>
                <p14:cNvContentPartPr/>
                <p14:nvPr/>
              </p14:nvContentPartPr>
              <p14:xfrm>
                <a:off x="7116770" y="4375444"/>
                <a:ext cx="216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F1974E-0CB9-5960-CDF5-01E6F6B11F5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10650" y="4369324"/>
                  <a:ext cx="144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E2D5F0B-16ED-E7DE-6C60-244797E851F8}"/>
                    </a:ext>
                  </a:extLst>
                </p14:cNvPr>
                <p14:cNvContentPartPr/>
                <p14:nvPr/>
              </p14:nvContentPartPr>
              <p14:xfrm>
                <a:off x="7049450" y="4335124"/>
                <a:ext cx="282600" cy="40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E2D5F0B-16ED-E7DE-6C60-244797E851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043330" y="4329004"/>
                  <a:ext cx="294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B8C412-B88F-FD09-ADBF-05686C2FB091}"/>
                    </a:ext>
                  </a:extLst>
                </p14:cNvPr>
                <p14:cNvContentPartPr/>
                <p14:nvPr/>
              </p14:nvContentPartPr>
              <p14:xfrm>
                <a:off x="4011050" y="4363564"/>
                <a:ext cx="835920" cy="1692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B8C412-B88F-FD09-ADBF-05686C2FB091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04930" y="4357444"/>
                  <a:ext cx="848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D46E0D-8964-66FE-9B22-2DA6C146BFA8}"/>
                    </a:ext>
                  </a:extLst>
                </p14:cNvPr>
                <p14:cNvContentPartPr/>
                <p14:nvPr/>
              </p14:nvContentPartPr>
              <p14:xfrm>
                <a:off x="2998730" y="5220724"/>
                <a:ext cx="725400" cy="163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D46E0D-8964-66FE-9B22-2DA6C146BFA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992610" y="5214604"/>
                  <a:ext cx="737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826010-D936-FA2C-04FB-53BA2CAB940D}"/>
                    </a:ext>
                  </a:extLst>
                </p14:cNvPr>
                <p14:cNvContentPartPr/>
                <p14:nvPr/>
              </p14:nvContentPartPr>
              <p14:xfrm>
                <a:off x="3876050" y="4491724"/>
                <a:ext cx="697680" cy="514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826010-D936-FA2C-04FB-53BA2CAB940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69930" y="4485604"/>
                  <a:ext cx="7099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C7F5EF1-4EF1-6E3F-B660-FA6D7560896B}"/>
                    </a:ext>
                  </a:extLst>
                </p14:cNvPr>
                <p14:cNvContentPartPr/>
                <p14:nvPr/>
              </p14:nvContentPartPr>
              <p14:xfrm>
                <a:off x="4144250" y="4491724"/>
                <a:ext cx="565920" cy="60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C7F5EF1-4EF1-6E3F-B660-FA6D7560896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138130" y="4485604"/>
                  <a:ext cx="578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7AC1075-BAF6-FA68-B633-6F09D3F263EA}"/>
                    </a:ext>
                  </a:extLst>
                </p14:cNvPr>
                <p14:cNvContentPartPr/>
                <p14:nvPr/>
              </p14:nvContentPartPr>
              <p14:xfrm>
                <a:off x="4178450" y="4352404"/>
                <a:ext cx="541800" cy="141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7AC1075-BAF6-FA68-B633-6F09D3F263E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172330" y="4346284"/>
                  <a:ext cx="554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5699D14-9F19-BF58-CBB2-3F192203A922}"/>
                    </a:ext>
                  </a:extLst>
                </p14:cNvPr>
                <p14:cNvContentPartPr/>
                <p14:nvPr/>
              </p14:nvContentPartPr>
              <p14:xfrm>
                <a:off x="3901250" y="5288404"/>
                <a:ext cx="651240" cy="5137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5699D14-9F19-BF58-CBB2-3F192203A9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895130" y="5282284"/>
                  <a:ext cx="663480" cy="52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C6DE33A-F0E4-58E3-3EE3-31187D997ED8}"/>
              </a:ext>
            </a:extLst>
          </p:cNvPr>
          <p:cNvGrpSpPr/>
          <p:nvPr/>
        </p:nvGrpSpPr>
        <p:grpSpPr>
          <a:xfrm>
            <a:off x="5132090" y="992524"/>
            <a:ext cx="682920" cy="433440"/>
            <a:chOff x="5132090" y="992524"/>
            <a:chExt cx="682920" cy="43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C7DA36-AB3B-7325-98AC-A6E34CE8004E}"/>
                    </a:ext>
                  </a:extLst>
                </p14:cNvPr>
                <p14:cNvContentPartPr/>
                <p14:nvPr/>
              </p14:nvContentPartPr>
              <p14:xfrm>
                <a:off x="5132090" y="1190164"/>
                <a:ext cx="234720" cy="235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C7DA36-AB3B-7325-98AC-A6E34CE8004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125970" y="1184044"/>
                  <a:ext cx="2469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E682A9D-F47E-90C4-3FA5-F4FBAC6735AF}"/>
                    </a:ext>
                  </a:extLst>
                </p14:cNvPr>
                <p14:cNvContentPartPr/>
                <p14:nvPr/>
              </p14:nvContentPartPr>
              <p14:xfrm>
                <a:off x="5269970" y="1009084"/>
                <a:ext cx="545040" cy="161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E682A9D-F47E-90C4-3FA5-F4FBAC6735A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263850" y="1002964"/>
                  <a:ext cx="5572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2434D8-2815-2344-28F7-919BBB1EF43E}"/>
                    </a:ext>
                  </a:extLst>
                </p14:cNvPr>
                <p14:cNvContentPartPr/>
                <p14:nvPr/>
              </p14:nvContentPartPr>
              <p14:xfrm>
                <a:off x="5171690" y="1150204"/>
                <a:ext cx="222840" cy="273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2434D8-2815-2344-28F7-919BBB1EF43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65570" y="1144084"/>
                  <a:ext cx="2350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50F3AF8-1956-0815-D21C-98AAF9B36E64}"/>
                    </a:ext>
                  </a:extLst>
                </p14:cNvPr>
                <p14:cNvContentPartPr/>
                <p14:nvPr/>
              </p14:nvContentPartPr>
              <p14:xfrm>
                <a:off x="5456810" y="992524"/>
                <a:ext cx="304920" cy="1483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50F3AF8-1956-0815-D21C-98AAF9B36E6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50690" y="986404"/>
                  <a:ext cx="317160" cy="160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049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E28B6-D961-E4DF-DF5D-448CF4D3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B44664C-1237-5F77-A859-AAC682B92015}"/>
              </a:ext>
            </a:extLst>
          </p:cNvPr>
          <p:cNvSpPr/>
          <p:nvPr/>
        </p:nvSpPr>
        <p:spPr>
          <a:xfrm>
            <a:off x="198119" y="171475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Giải thuật Simulated Annealing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3E552B7D-BE0D-4F5F-8F91-D411476A0435}"/>
              </a:ext>
            </a:extLst>
          </p:cNvPr>
          <p:cNvSpPr/>
          <p:nvPr/>
        </p:nvSpPr>
        <p:spPr>
          <a:xfrm>
            <a:off x="486942" y="111330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</a:rPr>
              <a:t>Tìm nghiệm tốt bằng cách chấp nhận có kiểm soát cả nghiệm xấu ở giai đoạn đầu</a:t>
            </a:r>
            <a:endParaRPr lang="en-US" sz="2000" b="1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0910F095-5D65-37E6-387C-1CD939027DC9}"/>
              </a:ext>
            </a:extLst>
          </p:cNvPr>
          <p:cNvSpPr/>
          <p:nvPr/>
        </p:nvSpPr>
        <p:spPr>
          <a:xfrm>
            <a:off x="591900" y="1936265"/>
            <a:ext cx="1600200" cy="993745"/>
          </a:xfrm>
          <a:prstGeom prst="rect">
            <a:avLst/>
          </a:prstGeom>
          <a:solidFill>
            <a:srgbClr val="EEF6FF"/>
          </a:solidFill>
          <a:ln w="12700">
            <a:solidFill>
              <a:srgbClr val="99C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Khởi tạo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state ban đầu</a:t>
            </a:r>
            <a:endParaRPr lang="en-US" sz="15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6AC8B37-0505-A48E-06B3-0369AC03EAD4}"/>
              </a:ext>
            </a:extLst>
          </p:cNvPr>
          <p:cNvSpPr/>
          <p:nvPr/>
        </p:nvSpPr>
        <p:spPr>
          <a:xfrm>
            <a:off x="2266334" y="2425471"/>
            <a:ext cx="3657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sz="15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273EEE5-4D07-584A-216F-5846779290F7}"/>
              </a:ext>
            </a:extLst>
          </p:cNvPr>
          <p:cNvSpPr/>
          <p:nvPr/>
        </p:nvSpPr>
        <p:spPr>
          <a:xfrm>
            <a:off x="2723534" y="1936265"/>
            <a:ext cx="2147366" cy="993748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Sinh neighbor</a:t>
            </a:r>
            <a:endParaRPr lang="en-US" sz="1500" dirty="0"/>
          </a:p>
          <a:p>
            <a:pPr algn="ctr"/>
            <a:r>
              <a:rPr lang="en-GB" sz="1500" b="1" dirty="0">
                <a:solidFill>
                  <a:srgbClr val="111827"/>
                </a:solidFill>
              </a:rPr>
              <a:t>REROUTE demand</a:t>
            </a:r>
          </a:p>
          <a:p>
            <a:pPr algn="ctr"/>
            <a:r>
              <a:rPr lang="en-GB" sz="1500" b="1" dirty="0">
                <a:solidFill>
                  <a:srgbClr val="111827"/>
                </a:solidFill>
              </a:rPr>
              <a:t>ADD </a:t>
            </a:r>
            <a:r>
              <a:rPr lang="en-GB" sz="1500" b="1" dirty="0" err="1">
                <a:solidFill>
                  <a:srgbClr val="111827"/>
                </a:solidFill>
              </a:rPr>
              <a:t>lightpath</a:t>
            </a:r>
            <a:endParaRPr lang="en-GB" sz="1500" b="1" dirty="0">
              <a:solidFill>
                <a:srgbClr val="111827"/>
              </a:solidFill>
            </a:endParaRPr>
          </a:p>
          <a:p>
            <a:pPr algn="ctr"/>
            <a:r>
              <a:rPr lang="en-GB" sz="1500" b="1" dirty="0">
                <a:solidFill>
                  <a:srgbClr val="111827"/>
                </a:solidFill>
              </a:rPr>
              <a:t>REMOVE </a:t>
            </a:r>
            <a:r>
              <a:rPr lang="en-GB" sz="1500" b="1" dirty="0" err="1">
                <a:solidFill>
                  <a:srgbClr val="111827"/>
                </a:solidFill>
              </a:rPr>
              <a:t>lightpath</a:t>
            </a:r>
            <a:endParaRPr lang="en-US" sz="15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9B57FEF-9780-3552-1BDA-3FB6CD242077}"/>
              </a:ext>
            </a:extLst>
          </p:cNvPr>
          <p:cNvSpPr/>
          <p:nvPr/>
        </p:nvSpPr>
        <p:spPr>
          <a:xfrm>
            <a:off x="4916620" y="2425471"/>
            <a:ext cx="3657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sz="150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4FFD314F-F0EA-B5A6-8DD9-D572AEDEDFBC}"/>
              </a:ext>
            </a:extLst>
          </p:cNvPr>
          <p:cNvSpPr/>
          <p:nvPr/>
        </p:nvSpPr>
        <p:spPr>
          <a:xfrm>
            <a:off x="5373820" y="1936265"/>
            <a:ext cx="1600200" cy="993748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Tính cost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&amp; penalty</a:t>
            </a:r>
            <a:endParaRPr lang="en-US" sz="15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7728FB6-1F0F-478A-749D-CD81A6B11B53}"/>
              </a:ext>
            </a:extLst>
          </p:cNvPr>
          <p:cNvSpPr/>
          <p:nvPr/>
        </p:nvSpPr>
        <p:spPr>
          <a:xfrm>
            <a:off x="7019740" y="2425471"/>
            <a:ext cx="3657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sz="150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E1591F0-9D8C-B012-FB2F-2D7145444272}"/>
              </a:ext>
            </a:extLst>
          </p:cNvPr>
          <p:cNvSpPr/>
          <p:nvPr/>
        </p:nvSpPr>
        <p:spPr>
          <a:xfrm>
            <a:off x="7476940" y="1936265"/>
            <a:ext cx="1600200" cy="993748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/>
            <a:r>
              <a:rPr lang="en-GB" sz="1500" b="1" dirty="0">
                <a:solidFill>
                  <a:srgbClr val="111827"/>
                </a:solidFill>
              </a:rPr>
              <a:t>Accept if Δ &lt; 0 or exp(-Δ/T) &gt; rand()</a:t>
            </a:r>
            <a:endParaRPr lang="en-US" sz="15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796DFD2-C349-BB70-A722-8EE2FE491385}"/>
              </a:ext>
            </a:extLst>
          </p:cNvPr>
          <p:cNvSpPr/>
          <p:nvPr/>
        </p:nvSpPr>
        <p:spPr>
          <a:xfrm>
            <a:off x="9122860" y="2425471"/>
            <a:ext cx="36576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sz="15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A5193198-9675-E40F-E253-1FF78EC44DED}"/>
              </a:ext>
            </a:extLst>
          </p:cNvPr>
          <p:cNvSpPr/>
          <p:nvPr/>
        </p:nvSpPr>
        <p:spPr>
          <a:xfrm>
            <a:off x="9580060" y="1936265"/>
            <a:ext cx="1600200" cy="993748"/>
          </a:xfrm>
          <a:prstGeom prst="rect">
            <a:avLst/>
          </a:prstGeom>
          <a:solidFill>
            <a:srgbClr val="EAF8EA"/>
          </a:solidFill>
          <a:ln w="12700">
            <a:solidFill>
              <a:srgbClr val="CBEAC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Cập nhật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</a:rPr>
              <a:t>best state</a:t>
            </a:r>
            <a:endParaRPr lang="en-US" sz="15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A8B4EF66-74C7-4A91-8BD3-13E772222DD9}"/>
              </a:ext>
            </a:extLst>
          </p:cNvPr>
          <p:cNvSpPr/>
          <p:nvPr/>
        </p:nvSpPr>
        <p:spPr>
          <a:xfrm>
            <a:off x="875561" y="3755923"/>
            <a:ext cx="2506735" cy="41147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Vì sao dùng SA?</a:t>
            </a:r>
            <a:endParaRPr lang="en-US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438576EE-F94E-4691-ABC7-BF11986C53C9}"/>
              </a:ext>
            </a:extLst>
          </p:cNvPr>
          <p:cNvSpPr/>
          <p:nvPr/>
        </p:nvSpPr>
        <p:spPr>
          <a:xfrm>
            <a:off x="875562" y="4258843"/>
            <a:ext cx="10561320" cy="114300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11827"/>
                </a:solidFill>
              </a:rPr>
              <a:t>   </a:t>
            </a:r>
            <a:r>
              <a:rPr lang="en-US" dirty="0" err="1">
                <a:solidFill>
                  <a:srgbClr val="111827"/>
                </a:solidFill>
              </a:rPr>
              <a:t>Không</a:t>
            </a:r>
            <a:r>
              <a:rPr lang="en-US" dirty="0">
                <a:solidFill>
                  <a:srgbClr val="111827"/>
                </a:solidFill>
              </a:rPr>
              <a:t> gian nghiệm rất lớn: mỗi demand có nhiều IP path; mỗi IP link có thể cần nhiều lightpath; mỗi lightpath lại có optical path </a:t>
            </a:r>
            <a:r>
              <a:rPr lang="en-US" dirty="0" err="1">
                <a:solidFill>
                  <a:srgbClr val="111827"/>
                </a:solidFill>
              </a:rPr>
              <a:t>và</a:t>
            </a:r>
            <a:r>
              <a:rPr lang="en-US" dirty="0">
                <a:solidFill>
                  <a:srgbClr val="111827"/>
                </a:solidFill>
              </a:rPr>
              <a:t> slot. SA phù hợp để tìm nghiệm gần tối ưu trong thời gian hữu hạn.</a:t>
            </a:r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6C09D7-CA39-AA55-3E13-F5177CB6FCDD}"/>
              </a:ext>
            </a:extLst>
          </p:cNvPr>
          <p:cNvGrpSpPr/>
          <p:nvPr/>
        </p:nvGrpSpPr>
        <p:grpSpPr>
          <a:xfrm>
            <a:off x="1032410" y="2900028"/>
            <a:ext cx="570600" cy="191520"/>
            <a:chOff x="1032410" y="2900028"/>
            <a:chExt cx="570600" cy="19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440DD09-E04C-0E9D-5770-C5658090D3E9}"/>
                    </a:ext>
                  </a:extLst>
                </p14:cNvPr>
                <p14:cNvContentPartPr/>
                <p14:nvPr/>
              </p14:nvContentPartPr>
              <p14:xfrm>
                <a:off x="1032410" y="3038268"/>
                <a:ext cx="393840" cy="1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440DD09-E04C-0E9D-5770-C5658090D3E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6290" y="3032148"/>
                  <a:ext cx="406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748CAF6-CE87-EC8E-1772-CED4E7F45BCA}"/>
                    </a:ext>
                  </a:extLst>
                </p14:cNvPr>
                <p14:cNvContentPartPr/>
                <p14:nvPr/>
              </p14:nvContentPartPr>
              <p14:xfrm>
                <a:off x="1327250" y="3028548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748CAF6-CE87-EC8E-1772-CED4E7F45B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1130" y="3022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C357E6F-2B9B-9844-8A0A-0825D3B42FCE}"/>
                    </a:ext>
                  </a:extLst>
                </p14:cNvPr>
                <p14:cNvContentPartPr/>
                <p14:nvPr/>
              </p14:nvContentPartPr>
              <p14:xfrm>
                <a:off x="1425890" y="2900028"/>
                <a:ext cx="177120" cy="191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C357E6F-2B9B-9844-8A0A-0825D3B42F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9770" y="2893908"/>
                  <a:ext cx="189360" cy="20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F31FA3F-A59A-19AB-8456-6E83E6458EC2}"/>
                  </a:ext>
                </a:extLst>
              </p14:cNvPr>
              <p14:cNvContentPartPr/>
              <p14:nvPr/>
            </p14:nvContentPartPr>
            <p14:xfrm>
              <a:off x="6164930" y="2261388"/>
              <a:ext cx="329400" cy="3477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F31FA3F-A59A-19AB-8456-6E83E6458E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8810" y="2255268"/>
                <a:ext cx="34164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0F457A5-CAC1-8516-1236-A1F2F5684883}"/>
                  </a:ext>
                </a:extLst>
              </p14:cNvPr>
              <p14:cNvContentPartPr/>
              <p14:nvPr/>
            </p14:nvContentPartPr>
            <p14:xfrm>
              <a:off x="7747850" y="2163108"/>
              <a:ext cx="21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0F457A5-CAC1-8516-1236-A1F2F568488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41730" y="2156988"/>
                <a:ext cx="144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260E10C-429E-3EF9-6425-D667E68906C6}"/>
                  </a:ext>
                </a:extLst>
              </p14:cNvPr>
              <p14:cNvContentPartPr/>
              <p14:nvPr/>
            </p14:nvContentPartPr>
            <p14:xfrm>
              <a:off x="8455610" y="2402508"/>
              <a:ext cx="86760" cy="36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260E10C-429E-3EF9-6425-D667E68906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49490" y="2396388"/>
                <a:ext cx="9900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0A91AFE-D795-1878-649E-1254A14DE194}"/>
                  </a:ext>
                </a:extLst>
              </p14:cNvPr>
              <p14:cNvContentPartPr/>
              <p14:nvPr/>
            </p14:nvContentPartPr>
            <p14:xfrm>
              <a:off x="8494850" y="2784468"/>
              <a:ext cx="261360" cy="187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0A91AFE-D795-1878-649E-1254A14DE19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88730" y="2778348"/>
                <a:ext cx="2736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540E25B-721E-700F-619A-1DA8D87F886F}"/>
                  </a:ext>
                </a:extLst>
              </p14:cNvPr>
              <p14:cNvContentPartPr/>
              <p14:nvPr/>
            </p14:nvContentPartPr>
            <p14:xfrm>
              <a:off x="7895090" y="2722908"/>
              <a:ext cx="455760" cy="111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540E25B-721E-700F-619A-1DA8D87F886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88970" y="2716788"/>
                <a:ext cx="468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604C420-CDB1-2EEB-BE34-21299E27CB75}"/>
                  </a:ext>
                </a:extLst>
              </p14:cNvPr>
              <p14:cNvContentPartPr/>
              <p14:nvPr/>
            </p14:nvContentPartPr>
            <p14:xfrm>
              <a:off x="10048610" y="3008388"/>
              <a:ext cx="62424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604C420-CDB1-2EEB-BE34-21299E27CB7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042490" y="3002268"/>
                <a:ext cx="63648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60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E675D-9F55-66EA-5058-91749D1A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1">
            <a:extLst>
              <a:ext uri="{FF2B5EF4-FFF2-40B4-BE49-F238E27FC236}">
                <a16:creationId xmlns:a16="http://schemas.microsoft.com/office/drawing/2014/main" id="{3E60A706-D4CA-E149-3CEC-84F2CF1ACF19}"/>
              </a:ext>
            </a:extLst>
          </p:cNvPr>
          <p:cNvSpPr/>
          <p:nvPr/>
        </p:nvSpPr>
        <p:spPr>
          <a:xfrm>
            <a:off x="148958" y="157317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Thiết kế thí nghiệm kiểm tra chịu tải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B10D63C4-B6E7-8F37-B110-1DCA83360C14}"/>
              </a:ext>
            </a:extLst>
          </p:cNvPr>
          <p:cNvSpPr/>
          <p:nvPr/>
        </p:nvSpPr>
        <p:spPr>
          <a:xfrm>
            <a:off x="321513" y="1364324"/>
            <a:ext cx="2877901" cy="41148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Input cố định</a:t>
            </a:r>
            <a:endParaRPr lang="en-US" sz="20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88E61ED-C136-7D52-E527-F30B8C7B85EB}"/>
              </a:ext>
            </a:extLst>
          </p:cNvPr>
          <p:cNvSpPr/>
          <p:nvPr/>
        </p:nvSpPr>
        <p:spPr>
          <a:xfrm>
            <a:off x="321516" y="1894676"/>
            <a:ext cx="2877901" cy="1349964"/>
          </a:xfrm>
          <a:prstGeom prst="rect">
            <a:avLst/>
          </a:prstGeom>
          <a:solidFill>
            <a:srgbClr val="EEF6FF"/>
          </a:solidFill>
          <a:ln w="12700">
            <a:solidFill>
              <a:srgbClr val="99C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Topology IP/Optical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Mapping IP → Optical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Capacity / slots</a:t>
            </a:r>
            <a:endParaRPr lang="en-US" sz="20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03D9C1D8-A8DA-7BDA-A141-3DA196D9CAF9}"/>
              </a:ext>
            </a:extLst>
          </p:cNvPr>
          <p:cNvSpPr/>
          <p:nvPr/>
        </p:nvSpPr>
        <p:spPr>
          <a:xfrm>
            <a:off x="4159536" y="1364324"/>
            <a:ext cx="2788920" cy="41148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vi-VN" sz="2000" b="1" dirty="0">
                <a:solidFill>
                  <a:srgbClr val="FFFFFF"/>
                </a:solidFill>
              </a:rPr>
              <a:t>Tập </a:t>
            </a:r>
            <a:r>
              <a:rPr lang="vi-VN" sz="2000" b="1" dirty="0" err="1">
                <a:solidFill>
                  <a:srgbClr val="FFFFFF"/>
                </a:solidFill>
              </a:rPr>
              <a:t>demands</a:t>
            </a:r>
            <a:endParaRPr lang="en-US" sz="20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0178A1F-294C-B1A2-36A4-C0A2AFC8D4D0}"/>
              </a:ext>
            </a:extLst>
          </p:cNvPr>
          <p:cNvSpPr/>
          <p:nvPr/>
        </p:nvSpPr>
        <p:spPr>
          <a:xfrm>
            <a:off x="4159536" y="1894676"/>
            <a:ext cx="2788921" cy="1349964"/>
          </a:xfrm>
          <a:prstGeom prst="rect">
            <a:avLst/>
          </a:prstGeom>
          <a:solidFill>
            <a:srgbClr val="FFF4EA"/>
          </a:solidFill>
          <a:ln w="12700">
            <a:solidFill>
              <a:srgbClr val="FFD4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num_demands: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5, 10, 20, ... 90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repeat by seed</a:t>
            </a:r>
            <a:endParaRPr lang="en-US" sz="20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14C3FB3-4A35-C2FB-865A-F16F67DA04DA}"/>
              </a:ext>
            </a:extLst>
          </p:cNvPr>
          <p:cNvSpPr/>
          <p:nvPr/>
        </p:nvSpPr>
        <p:spPr>
          <a:xfrm>
            <a:off x="7954296" y="1364324"/>
            <a:ext cx="4021393" cy="41148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Output</a:t>
            </a:r>
            <a:endParaRPr lang="en-US" sz="20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D08B713-09C7-1B96-C879-E44B7C2EFED3}"/>
              </a:ext>
            </a:extLst>
          </p:cNvPr>
          <p:cNvSpPr/>
          <p:nvPr/>
        </p:nvSpPr>
        <p:spPr>
          <a:xfrm>
            <a:off x="7954296" y="1894675"/>
            <a:ext cx="4021394" cy="1349968"/>
          </a:xfrm>
          <a:prstGeom prst="rect">
            <a:avLst/>
          </a:prstGeom>
          <a:solidFill>
            <a:srgbClr val="EAF8EA"/>
          </a:solidFill>
          <a:ln w="12700">
            <a:solidFill>
              <a:srgbClr val="CBEACB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lvl="1"/>
            <a:r>
              <a:rPr lang="en-US" sz="2000" dirty="0">
                <a:solidFill>
                  <a:srgbClr val="111827"/>
                </a:solidFill>
              </a:rPr>
              <a:t>1. Initial vs SA chart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111827"/>
                </a:solidFill>
              </a:rPr>
              <a:t>2. Normalized cost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111827"/>
                </a:solidFill>
              </a:rPr>
              <a:t>3. Improvement + feasible rate</a:t>
            </a:r>
            <a:endParaRPr lang="en-US" sz="2000" dirty="0"/>
          </a:p>
          <a:p>
            <a:pPr lvl="1"/>
            <a:r>
              <a:rPr lang="en-US" sz="2000" dirty="0">
                <a:solidFill>
                  <a:srgbClr val="111827"/>
                </a:solidFill>
              </a:rPr>
              <a:t>4. Demand path CSV</a:t>
            </a:r>
            <a:endParaRPr lang="en-US" sz="2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1FB924E5-03E7-0500-E69B-9DFD365A7564}"/>
              </a:ext>
            </a:extLst>
          </p:cNvPr>
          <p:cNvSpPr/>
          <p:nvPr/>
        </p:nvSpPr>
        <p:spPr>
          <a:xfrm>
            <a:off x="3245137" y="2443316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sz="200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2719CFCD-87EB-CDDE-79B5-79193C231560}"/>
              </a:ext>
            </a:extLst>
          </p:cNvPr>
          <p:cNvSpPr/>
          <p:nvPr/>
        </p:nvSpPr>
        <p:spPr>
          <a:xfrm>
            <a:off x="6994177" y="2443316"/>
            <a:ext cx="9144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vi-VN" sz="200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CC04233B-9E9F-B926-ED45-42856EB592E1}"/>
              </a:ext>
            </a:extLst>
          </p:cNvPr>
          <p:cNvSpPr/>
          <p:nvPr/>
        </p:nvSpPr>
        <p:spPr>
          <a:xfrm>
            <a:off x="819517" y="3814916"/>
            <a:ext cx="3781979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Chỉ số dùng trong báo cáo</a:t>
            </a:r>
            <a:endParaRPr lang="en-US" sz="20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2D9BF8C8-CD58-B5D7-BF16-3B7EA4D59E28}"/>
              </a:ext>
            </a:extLst>
          </p:cNvPr>
          <p:cNvSpPr/>
          <p:nvPr/>
        </p:nvSpPr>
        <p:spPr>
          <a:xfrm>
            <a:off x="819518" y="4317836"/>
            <a:ext cx="10595409" cy="1709337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lvl="1"/>
            <a:r>
              <a:rPr lang="en-US" sz="2000" b="1" dirty="0">
                <a:solidFill>
                  <a:srgbClr val="111827"/>
                </a:solidFill>
              </a:rPr>
              <a:t>initial_cost</a:t>
            </a:r>
            <a:r>
              <a:rPr lang="en-US" sz="2000" dirty="0">
                <a:solidFill>
                  <a:srgbClr val="111827"/>
                </a:solidFill>
              </a:rPr>
              <a:t>: cost trước tối ưu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111827"/>
                </a:solidFill>
              </a:rPr>
              <a:t>best_cost</a:t>
            </a:r>
            <a:r>
              <a:rPr lang="en-US" sz="2000" dirty="0">
                <a:solidFill>
                  <a:srgbClr val="111827"/>
                </a:solidFill>
              </a:rPr>
              <a:t>: cost tốt nhất sau SA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111827"/>
                </a:solidFill>
              </a:rPr>
              <a:t>normalized_cost</a:t>
            </a:r>
            <a:r>
              <a:rPr lang="en-US" sz="2000" dirty="0">
                <a:solidFill>
                  <a:srgbClr val="111827"/>
                </a:solidFill>
              </a:rPr>
              <a:t> = best_cost / total_bandwidth</a:t>
            </a:r>
            <a:endParaRPr lang="en-US" sz="2000" dirty="0"/>
          </a:p>
          <a:p>
            <a:pPr lvl="1"/>
            <a:r>
              <a:rPr lang="en-US" sz="2000" b="1" dirty="0">
                <a:solidFill>
                  <a:srgbClr val="111827"/>
                </a:solidFill>
              </a:rPr>
              <a:t>improvement</a:t>
            </a:r>
            <a:r>
              <a:rPr lang="en-US" sz="2000" dirty="0">
                <a:solidFill>
                  <a:srgbClr val="111827"/>
                </a:solidFill>
              </a:rPr>
              <a:t> = (initial − best) / initial</a:t>
            </a: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8B542B-0404-E66E-0323-F81744B6D3FF}"/>
                  </a:ext>
                </a:extLst>
              </p14:cNvPr>
              <p14:cNvContentPartPr/>
              <p14:nvPr/>
            </p14:nvContentPartPr>
            <p14:xfrm>
              <a:off x="6064490" y="2447148"/>
              <a:ext cx="426600" cy="31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8B542B-0404-E66E-0323-F81744B6D3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370" y="2441028"/>
                <a:ext cx="4388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7F0BC0-9E7D-8AA0-61BC-62C7E10F03BD}"/>
                  </a:ext>
                </a:extLst>
              </p14:cNvPr>
              <p14:cNvContentPartPr/>
              <p14:nvPr/>
            </p14:nvContentPartPr>
            <p14:xfrm>
              <a:off x="6135050" y="3843948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7F0BC0-9E7D-8AA0-61BC-62C7E10F03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28930" y="383782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885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226142" y="18777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quả 1: Initial Allocation vs SA Optimized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76749" y="5840360"/>
            <a:ext cx="11090786" cy="37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7280"/>
                </a:solidFill>
              </a:rPr>
              <a:t>Đường SA thấp hơn initial cho thấy thuật toán đã giảm tổng cross-layer cost</a:t>
            </a:r>
            <a:endParaRPr lang="en-US" sz="1500" b="1" dirty="0"/>
          </a:p>
        </p:txBody>
      </p:sp>
      <p:sp>
        <p:nvSpPr>
          <p:cNvPr id="7" name="Text 4"/>
          <p:cNvSpPr/>
          <p:nvPr/>
        </p:nvSpPr>
        <p:spPr>
          <a:xfrm>
            <a:off x="8583562" y="1412834"/>
            <a:ext cx="3382296" cy="43563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vi-VN" sz="1500" b="1" dirty="0">
                <a:solidFill>
                  <a:srgbClr val="FFFFFF"/>
                </a:solidFill>
              </a:rPr>
              <a:t>Đọc</a:t>
            </a:r>
            <a:r>
              <a:rPr lang="en-US" sz="1500" b="1" dirty="0">
                <a:solidFill>
                  <a:srgbClr val="FFFFFF"/>
                </a:solidFill>
              </a:rPr>
              <a:t> </a:t>
            </a:r>
            <a:r>
              <a:rPr lang="en-US" sz="1500" b="1" dirty="0" err="1">
                <a:solidFill>
                  <a:srgbClr val="FFFFFF"/>
                </a:solidFill>
              </a:rPr>
              <a:t>biểu</a:t>
            </a:r>
            <a:r>
              <a:rPr lang="en-US" sz="1500" b="1" dirty="0">
                <a:solidFill>
                  <a:srgbClr val="FFFFFF"/>
                </a:solidFill>
              </a:rPr>
              <a:t> đồ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83562" y="1924110"/>
            <a:ext cx="3382296" cy="1508760"/>
          </a:xfrm>
          <a:prstGeom prst="rect">
            <a:avLst/>
          </a:prstGeom>
          <a:solidFill>
            <a:srgbClr val="F7F8FA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lvl="1"/>
            <a:r>
              <a:rPr lang="en-US" sz="1500" dirty="0">
                <a:solidFill>
                  <a:srgbClr val="111827"/>
                </a:solidFill>
              </a:rPr>
              <a:t>• Trục X: số lượng demand</a:t>
            </a:r>
            <a:endParaRPr lang="en-US" sz="1500" dirty="0"/>
          </a:p>
          <a:p>
            <a:pPr lvl="1"/>
            <a:r>
              <a:rPr lang="en-US" sz="1500" dirty="0">
                <a:solidFill>
                  <a:srgbClr val="111827"/>
                </a:solidFill>
              </a:rPr>
              <a:t>• Trục Y: tổng cost đa lớp</a:t>
            </a:r>
            <a:endParaRPr lang="en-US" sz="1500" dirty="0"/>
          </a:p>
          <a:p>
            <a:pPr lvl="1"/>
            <a:r>
              <a:rPr lang="en-US" sz="1500" dirty="0">
                <a:solidFill>
                  <a:srgbClr val="111827"/>
                </a:solidFill>
              </a:rPr>
              <a:t>• Đường initial: cấu hình ban đầu</a:t>
            </a:r>
            <a:endParaRPr lang="en-US" sz="1500" dirty="0"/>
          </a:p>
          <a:p>
            <a:pPr lvl="1"/>
            <a:r>
              <a:rPr lang="en-US" sz="1500" dirty="0">
                <a:solidFill>
                  <a:srgbClr val="111827"/>
                </a:solidFill>
              </a:rPr>
              <a:t>• Đường SA: nghiệm tốt nhất sau tối ưu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83562" y="3598606"/>
            <a:ext cx="3382296" cy="491613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vi-VN" sz="1500" b="1">
                <a:solidFill>
                  <a:srgbClr val="FFFFFF"/>
                </a:solidFill>
              </a:rPr>
              <a:t>Ý nghĩa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83562" y="4178709"/>
            <a:ext cx="3382296" cy="1150375"/>
          </a:xfrm>
          <a:prstGeom prst="rect">
            <a:avLst/>
          </a:prstGeom>
          <a:solidFill>
            <a:srgbClr val="FFF4EA"/>
          </a:solidFill>
          <a:ln w="12700">
            <a:solidFill>
              <a:srgbClr val="FFD4B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Khi demand tăng, cost tăng là bình thường. Điều cần chứng minh là SA luôn kéo cost xuống so với initial allocation.</a:t>
            </a:r>
            <a:endParaRPr lang="en-US" sz="15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52092E-CB3F-96FD-EFA9-D25C2DE49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1137725"/>
            <a:ext cx="8272588" cy="461414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31D7802-76FD-9BAF-BD9E-ABE87E7AB688}"/>
              </a:ext>
            </a:extLst>
          </p:cNvPr>
          <p:cNvGrpSpPr/>
          <p:nvPr/>
        </p:nvGrpSpPr>
        <p:grpSpPr>
          <a:xfrm>
            <a:off x="8210090" y="5211228"/>
            <a:ext cx="3838320" cy="590040"/>
            <a:chOff x="8210090" y="5211228"/>
            <a:chExt cx="3838320" cy="59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3E0B0B-1387-F7A4-5445-3DFFE9C3C69A}"/>
                    </a:ext>
                  </a:extLst>
                </p14:cNvPr>
                <p14:cNvContentPartPr/>
                <p14:nvPr/>
              </p14:nvContentPartPr>
              <p14:xfrm>
                <a:off x="8210090" y="5336148"/>
                <a:ext cx="3838320" cy="52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3E0B0B-1387-F7A4-5445-3DFFE9C3C69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03970" y="5330028"/>
                  <a:ext cx="3850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2A02C3-DD23-3F9D-5BE4-3D32A173FE4C}"/>
                    </a:ext>
                  </a:extLst>
                </p14:cNvPr>
                <p14:cNvContentPartPr/>
                <p14:nvPr/>
              </p14:nvContentPartPr>
              <p14:xfrm>
                <a:off x="11759330" y="5211228"/>
                <a:ext cx="60480" cy="3355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2A02C3-DD23-3F9D-5BE4-3D32A173FE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753210" y="5205108"/>
                  <a:ext cx="727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4F6986C-F90D-DCFC-FE2A-F3C664625861}"/>
                    </a:ext>
                  </a:extLst>
                </p14:cNvPr>
                <p14:cNvContentPartPr/>
                <p14:nvPr/>
              </p14:nvContentPartPr>
              <p14:xfrm>
                <a:off x="11582210" y="5549628"/>
                <a:ext cx="227160" cy="251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4F6986C-F90D-DCFC-FE2A-F3C6646258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576090" y="5543508"/>
                  <a:ext cx="23940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784B68-E66C-0840-0A98-72B40E599E26}"/>
              </a:ext>
            </a:extLst>
          </p:cNvPr>
          <p:cNvGrpSpPr/>
          <p:nvPr/>
        </p:nvGrpSpPr>
        <p:grpSpPr>
          <a:xfrm>
            <a:off x="8258690" y="785388"/>
            <a:ext cx="3689640" cy="3216600"/>
            <a:chOff x="8258690" y="785388"/>
            <a:chExt cx="3689640" cy="321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AAD2A1C-AC65-FE49-EE3F-16AD882B840E}"/>
                    </a:ext>
                  </a:extLst>
                </p14:cNvPr>
                <p14:cNvContentPartPr/>
                <p14:nvPr/>
              </p14:nvContentPartPr>
              <p14:xfrm>
                <a:off x="8534090" y="1699428"/>
                <a:ext cx="2408040" cy="55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AAD2A1C-AC65-FE49-EE3F-16AD882B84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27970" y="1693308"/>
                  <a:ext cx="242028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278181-B2BF-60D3-360B-4E1E928DFAA1}"/>
                    </a:ext>
                  </a:extLst>
                </p14:cNvPr>
                <p14:cNvContentPartPr/>
                <p14:nvPr/>
              </p14:nvContentPartPr>
              <p14:xfrm>
                <a:off x="8386850" y="785388"/>
                <a:ext cx="2980080" cy="665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278181-B2BF-60D3-360B-4E1E928DFA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380730" y="779268"/>
                  <a:ext cx="299232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B8A69E7-1D8C-AC2F-EC54-22DA7BFB49EF}"/>
                    </a:ext>
                  </a:extLst>
                </p14:cNvPr>
                <p14:cNvContentPartPr/>
                <p14:nvPr/>
              </p14:nvContentPartPr>
              <p14:xfrm>
                <a:off x="8258690" y="1235388"/>
                <a:ext cx="3548160" cy="2766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B8A69E7-1D8C-AC2F-EC54-22DA7BFB49E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252570" y="1229268"/>
                  <a:ext cx="3560400" cy="27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F287658-06AC-F6A2-822B-D28AA35A9299}"/>
                    </a:ext>
                  </a:extLst>
                </p14:cNvPr>
                <p14:cNvContentPartPr/>
                <p14:nvPr/>
              </p14:nvContentPartPr>
              <p14:xfrm>
                <a:off x="11336690" y="904548"/>
                <a:ext cx="40320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F287658-06AC-F6A2-822B-D28AA35A92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330570" y="898428"/>
                  <a:ext cx="415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3EE6EC1-3717-53A7-BCD8-3116D4E27706}"/>
                    </a:ext>
                  </a:extLst>
                </p14:cNvPr>
                <p14:cNvContentPartPr/>
                <p14:nvPr/>
              </p14:nvContentPartPr>
              <p14:xfrm>
                <a:off x="11805410" y="923988"/>
                <a:ext cx="142920" cy="456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3EE6EC1-3717-53A7-BCD8-3116D4E2770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799290" y="917868"/>
                  <a:ext cx="155160" cy="468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Kết quả 2: Hiệu quả khai thác và mức cải thiện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30352" y="713232"/>
            <a:ext cx="10853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6B7280"/>
                </a:solidFill>
              </a:rPr>
              <a:t>Normalized cost </a:t>
            </a:r>
            <a:r>
              <a:rPr lang="en-US" sz="1500" b="1" i="1" dirty="0" err="1">
                <a:solidFill>
                  <a:srgbClr val="6B7280"/>
                </a:solidFill>
              </a:rPr>
              <a:t>và</a:t>
            </a:r>
            <a:r>
              <a:rPr lang="en-US" sz="1500" b="1" i="1" dirty="0">
                <a:solidFill>
                  <a:srgbClr val="6B7280"/>
                </a:solidFill>
              </a:rPr>
              <a:t> improvement so </a:t>
            </a:r>
            <a:r>
              <a:rPr lang="en-US" sz="1500" b="1" i="1" dirty="0" err="1">
                <a:solidFill>
                  <a:srgbClr val="6B7280"/>
                </a:solidFill>
              </a:rPr>
              <a:t>sánh</a:t>
            </a:r>
            <a:r>
              <a:rPr lang="en-US" sz="1500" b="1" i="1" dirty="0">
                <a:solidFill>
                  <a:srgbClr val="6B7280"/>
                </a:solidFill>
              </a:rPr>
              <a:t> giữa các </a:t>
            </a:r>
            <a:r>
              <a:rPr lang="en-US" sz="1500" b="1" i="1" dirty="0" err="1">
                <a:solidFill>
                  <a:srgbClr val="6B7280"/>
                </a:solidFill>
              </a:rPr>
              <a:t>mức</a:t>
            </a:r>
            <a:r>
              <a:rPr lang="en-US" sz="1500" b="1" i="1" dirty="0">
                <a:solidFill>
                  <a:srgbClr val="6B7280"/>
                </a:solidFill>
              </a:rPr>
              <a:t> </a:t>
            </a:r>
            <a:r>
              <a:rPr lang="en-US" sz="1500" b="1" i="1" dirty="0" err="1">
                <a:solidFill>
                  <a:srgbClr val="6B7280"/>
                </a:solidFill>
              </a:rPr>
              <a:t>tải</a:t>
            </a:r>
            <a:r>
              <a:rPr lang="en-US" sz="1500" b="1" i="1" dirty="0">
                <a:solidFill>
                  <a:srgbClr val="6B7280"/>
                </a:solidFill>
              </a:rPr>
              <a:t> (</a:t>
            </a:r>
            <a:r>
              <a:rPr lang="en-US" sz="1500" b="1" i="1" dirty="0" err="1">
                <a:solidFill>
                  <a:srgbClr val="6B7280"/>
                </a:solidFill>
              </a:rPr>
              <a:t>tuy</a:t>
            </a:r>
            <a:r>
              <a:rPr lang="en-US" sz="1500" b="1" i="1" dirty="0">
                <a:solidFill>
                  <a:srgbClr val="6B7280"/>
                </a:solidFill>
              </a:rPr>
              <a:t> cost </a:t>
            </a:r>
            <a:r>
              <a:rPr lang="vi-VN" sz="1500" b="1" i="1" dirty="0">
                <a:solidFill>
                  <a:srgbClr val="6B7280"/>
                </a:solidFill>
              </a:rPr>
              <a:t>tăng nhưng </a:t>
            </a:r>
            <a:r>
              <a:rPr lang="vi-VN" sz="1500" b="1" i="1" dirty="0" err="1">
                <a:solidFill>
                  <a:srgbClr val="6B7280"/>
                </a:solidFill>
              </a:rPr>
              <a:t>cost</a:t>
            </a:r>
            <a:r>
              <a:rPr lang="vi-VN" sz="1500" b="1" i="1" dirty="0">
                <a:solidFill>
                  <a:srgbClr val="6B7280"/>
                </a:solidFill>
              </a:rPr>
              <a:t>/đơn vị băng thông có thể giảm</a:t>
            </a:r>
            <a:r>
              <a:rPr lang="en-US" sz="1500" b="1" i="1" dirty="0">
                <a:solidFill>
                  <a:srgbClr val="6B7280"/>
                </a:solidFill>
              </a:rPr>
              <a:t>)</a:t>
            </a:r>
            <a:endParaRPr lang="en-US" sz="1500" b="1" i="1" dirty="0"/>
          </a:p>
        </p:txBody>
      </p:sp>
      <p:sp>
        <p:nvSpPr>
          <p:cNvPr id="9" name="Text 4"/>
          <p:cNvSpPr/>
          <p:nvPr/>
        </p:nvSpPr>
        <p:spPr>
          <a:xfrm>
            <a:off x="370676" y="4325489"/>
            <a:ext cx="3840480" cy="329184"/>
          </a:xfrm>
          <a:prstGeom prst="rect">
            <a:avLst/>
          </a:prstGeom>
          <a:solidFill>
            <a:srgbClr val="EEF6FF"/>
          </a:solidFill>
          <a:ln w="12700">
            <a:solidFill>
              <a:srgbClr val="99C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normalized_cost = cost / total_bandwidth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70676" y="5385816"/>
            <a:ext cx="4023360" cy="329184"/>
          </a:xfrm>
          <a:prstGeom prst="rect">
            <a:avLst/>
          </a:prstGeom>
          <a:solidFill>
            <a:srgbClr val="EAF8EA"/>
          </a:solidFill>
          <a:ln w="12700">
            <a:solidFill>
              <a:srgbClr val="CBEACB"/>
            </a:solidFill>
          </a:ln>
        </p:spPr>
        <p:txBody>
          <a:bodyPr wrap="square" lIns="1524" tIns="1524" rIns="1524" bIns="152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feasible_rate = tỷ lệ nghiệm không vi phạm ràng buộc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55C5AF-4C81-FA71-38E2-5A453D69C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89" y="1143000"/>
            <a:ext cx="5692877" cy="30727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8BD303-D681-C462-E2AF-8C1D06046D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316" y="1143000"/>
            <a:ext cx="5692877" cy="30956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2F0158-E37B-C905-7C97-ACDA488737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083" y="4329504"/>
            <a:ext cx="4496792" cy="24452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8D1503-830E-F693-AD22-4E56CCFC4930}"/>
                  </a:ext>
                </a:extLst>
              </p14:cNvPr>
              <p14:cNvContentPartPr/>
              <p14:nvPr/>
            </p14:nvContentPartPr>
            <p14:xfrm>
              <a:off x="1600850" y="587028"/>
              <a:ext cx="542520" cy="540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8D1503-830E-F693-AD22-4E56CCFC49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94730" y="580908"/>
                <a:ext cx="554760" cy="55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834B479-57EF-2337-2114-714E08D1F7A2}"/>
                  </a:ext>
                </a:extLst>
              </p14:cNvPr>
              <p14:cNvContentPartPr/>
              <p14:nvPr/>
            </p14:nvContentPartPr>
            <p14:xfrm>
              <a:off x="668450" y="4601388"/>
              <a:ext cx="1560960" cy="3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834B479-57EF-2337-2114-714E08D1F7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30" y="4595268"/>
                <a:ext cx="157320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4777FC-D038-BCB0-ECE0-90AF6005A055}"/>
                  </a:ext>
                </a:extLst>
              </p14:cNvPr>
              <p14:cNvContentPartPr/>
              <p14:nvPr/>
            </p14:nvContentPartPr>
            <p14:xfrm>
              <a:off x="743330" y="1451028"/>
              <a:ext cx="14040" cy="4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4777FC-D038-BCB0-ECE0-90AF6005A05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7210" y="1444908"/>
                <a:ext cx="26280" cy="1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D822FC4E-D2E3-2A5F-4270-2F9330BAF485}"/>
              </a:ext>
            </a:extLst>
          </p:cNvPr>
          <p:cNvGrpSpPr/>
          <p:nvPr/>
        </p:nvGrpSpPr>
        <p:grpSpPr>
          <a:xfrm>
            <a:off x="4461410" y="4129428"/>
            <a:ext cx="949680" cy="375840"/>
            <a:chOff x="4461410" y="4129428"/>
            <a:chExt cx="94968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92FBB3-3856-A908-1E99-C2AB493528E4}"/>
                    </a:ext>
                  </a:extLst>
                </p14:cNvPr>
                <p14:cNvContentPartPr/>
                <p14:nvPr/>
              </p14:nvContentPartPr>
              <p14:xfrm>
                <a:off x="4483370" y="4208268"/>
                <a:ext cx="20160" cy="297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92FBB3-3856-A908-1E99-C2AB493528E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77250" y="4202148"/>
                  <a:ext cx="324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123A57-5318-5290-FB31-68BA96125D32}"/>
                    </a:ext>
                  </a:extLst>
                </p14:cNvPr>
                <p14:cNvContentPartPr/>
                <p14:nvPr/>
              </p14:nvContentPartPr>
              <p14:xfrm>
                <a:off x="4461410" y="4256868"/>
                <a:ext cx="222120" cy="184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123A57-5318-5290-FB31-68BA96125D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55290" y="4250748"/>
                  <a:ext cx="234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2EFEF0-3052-CC00-EC64-35A9EA5101A6}"/>
                    </a:ext>
                  </a:extLst>
                </p14:cNvPr>
                <p14:cNvContentPartPr/>
                <p14:nvPr/>
              </p14:nvContentPartPr>
              <p14:xfrm>
                <a:off x="4758770" y="4296468"/>
                <a:ext cx="16452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2EFEF0-3052-CC00-EC64-35A9EA5101A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52650" y="4290348"/>
                  <a:ext cx="176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E60E09A-CD9A-B335-00BB-CD98CF3C9999}"/>
                    </a:ext>
                  </a:extLst>
                </p14:cNvPr>
                <p14:cNvContentPartPr/>
                <p14:nvPr/>
              </p14:nvContentPartPr>
              <p14:xfrm>
                <a:off x="4807730" y="4355508"/>
                <a:ext cx="16704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E60E09A-CD9A-B335-00BB-CD98CF3C999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01610" y="4349388"/>
                  <a:ext cx="179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9E398DE-8C70-6D30-476F-763C132378C9}"/>
                    </a:ext>
                  </a:extLst>
                </p14:cNvPr>
                <p14:cNvContentPartPr/>
                <p14:nvPr/>
              </p14:nvContentPartPr>
              <p14:xfrm>
                <a:off x="5112650" y="4158948"/>
                <a:ext cx="123480" cy="270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9E398DE-8C70-6D30-476F-763C132378C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06530" y="4152828"/>
                  <a:ext cx="135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7D5925D-F04E-1814-2C3D-C4F94F8109B2}"/>
                    </a:ext>
                  </a:extLst>
                </p14:cNvPr>
                <p14:cNvContentPartPr/>
                <p14:nvPr/>
              </p14:nvContentPartPr>
              <p14:xfrm>
                <a:off x="5132090" y="4129428"/>
                <a:ext cx="27900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7D5925D-F04E-1814-2C3D-C4F94F8109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25970" y="4123308"/>
                  <a:ext cx="29124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C56B6E8B-5255-EE7E-7586-8B5ED5325E07}"/>
                  </a:ext>
                </a:extLst>
              </p14:cNvPr>
              <p14:cNvContentPartPr/>
              <p14:nvPr/>
            </p14:nvContentPartPr>
            <p14:xfrm>
              <a:off x="11365490" y="1464708"/>
              <a:ext cx="23400" cy="63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C56B6E8B-5255-EE7E-7586-8B5ED5325E0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359370" y="1458588"/>
                <a:ext cx="3564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C81D13C-DA6F-B64E-6F80-E82268D29DF0}"/>
                  </a:ext>
                </a:extLst>
              </p14:cNvPr>
              <p14:cNvContentPartPr/>
              <p14:nvPr/>
            </p14:nvContentPartPr>
            <p14:xfrm>
              <a:off x="11955890" y="6518748"/>
              <a:ext cx="79560" cy="561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C81D13C-DA6F-B64E-6F80-E82268D29DF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949770" y="6512628"/>
                <a:ext cx="918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A4E408E-DE2C-9851-F498-19258BC8DB1B}"/>
                  </a:ext>
                </a:extLst>
              </p14:cNvPr>
              <p14:cNvContentPartPr/>
              <p14:nvPr/>
            </p14:nvContentPartPr>
            <p14:xfrm>
              <a:off x="9556490" y="6528828"/>
              <a:ext cx="2487600" cy="392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A4E408E-DE2C-9851-F498-19258BC8DB1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50370" y="6522708"/>
                <a:ext cx="24998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7E10AAB-B5B6-A7ED-7D5E-DEA1F2BF1670}"/>
                  </a:ext>
                </a:extLst>
              </p14:cNvPr>
              <p14:cNvContentPartPr/>
              <p14:nvPr/>
            </p14:nvContentPartPr>
            <p14:xfrm>
              <a:off x="9143570" y="6557628"/>
              <a:ext cx="112464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7E10AAB-B5B6-A7ED-7D5E-DEA1F2BF16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37450" y="6551508"/>
                <a:ext cx="113688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DF410809-2F6F-705A-56BE-5F081067BD45}"/>
              </a:ext>
            </a:extLst>
          </p:cNvPr>
          <p:cNvGrpSpPr/>
          <p:nvPr/>
        </p:nvGrpSpPr>
        <p:grpSpPr>
          <a:xfrm>
            <a:off x="11719730" y="6394548"/>
            <a:ext cx="371160" cy="253800"/>
            <a:chOff x="11719730" y="6394548"/>
            <a:chExt cx="37116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0055D9C-A4C6-76C0-498A-7DF0ECFDFC29}"/>
                    </a:ext>
                  </a:extLst>
                </p14:cNvPr>
                <p14:cNvContentPartPr/>
                <p14:nvPr/>
              </p14:nvContentPartPr>
              <p14:xfrm>
                <a:off x="11965610" y="6587508"/>
                <a:ext cx="12528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0055D9C-A4C6-76C0-498A-7DF0ECFDFC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959490" y="6581388"/>
                  <a:ext cx="137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591145-CA04-C8CB-6225-F291E2061E22}"/>
                    </a:ext>
                  </a:extLst>
                </p14:cNvPr>
                <p14:cNvContentPartPr/>
                <p14:nvPr/>
              </p14:nvContentPartPr>
              <p14:xfrm>
                <a:off x="11958770" y="6394548"/>
                <a:ext cx="131760" cy="151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591145-CA04-C8CB-6225-F291E2061E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952650" y="6388428"/>
                  <a:ext cx="1440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7801ED8-B104-96A1-BEB6-C4A44C8000F6}"/>
                    </a:ext>
                  </a:extLst>
                </p14:cNvPr>
                <p14:cNvContentPartPr/>
                <p14:nvPr/>
              </p14:nvContentPartPr>
              <p14:xfrm>
                <a:off x="11719730" y="6439908"/>
                <a:ext cx="238680" cy="1994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7801ED8-B104-96A1-BEB6-C4A44C8000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713610" y="6433788"/>
                  <a:ext cx="250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4943BE5-A077-A710-CAD8-70CE5D4E75D6}"/>
                    </a:ext>
                  </a:extLst>
                </p14:cNvPr>
                <p14:cNvContentPartPr/>
                <p14:nvPr/>
              </p14:nvContentPartPr>
              <p14:xfrm>
                <a:off x="11739530" y="6429828"/>
                <a:ext cx="181080" cy="133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4943BE5-A077-A710-CAD8-70CE5D4E75D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733410" y="6423708"/>
                  <a:ext cx="193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36B107-8334-4ED7-59A6-6D9CBFE7BD71}"/>
                    </a:ext>
                  </a:extLst>
                </p14:cNvPr>
                <p14:cNvContentPartPr/>
                <p14:nvPr/>
              </p14:nvContentPartPr>
              <p14:xfrm>
                <a:off x="11761130" y="6547908"/>
                <a:ext cx="165960" cy="97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36B107-8334-4ED7-59A6-6D9CBFE7BD7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755010" y="6541788"/>
                  <a:ext cx="178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28BCDE-D026-7197-61C4-A2787C953A06}"/>
                    </a:ext>
                  </a:extLst>
                </p14:cNvPr>
                <p14:cNvContentPartPr/>
                <p14:nvPr/>
              </p14:nvContentPartPr>
              <p14:xfrm>
                <a:off x="11759330" y="6646548"/>
                <a:ext cx="55440" cy="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28BCDE-D026-7197-61C4-A2787C953A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753210" y="6640428"/>
                  <a:ext cx="67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8C8F109-DAB6-D810-352C-E6789E57E153}"/>
                    </a:ext>
                  </a:extLst>
                </p14:cNvPr>
                <p14:cNvContentPartPr/>
                <p14:nvPr/>
              </p14:nvContentPartPr>
              <p14:xfrm>
                <a:off x="11808650" y="6646548"/>
                <a:ext cx="3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8C8F109-DAB6-D810-352C-E6789E57E1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802530" y="664042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31D725-AE85-A9B4-0722-FDD0AA2EB9F1}"/>
                    </a:ext>
                  </a:extLst>
                </p14:cNvPr>
                <p14:cNvContentPartPr/>
                <p14:nvPr/>
              </p14:nvContentPartPr>
              <p14:xfrm>
                <a:off x="11816930" y="6616668"/>
                <a:ext cx="21240" cy="9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31D725-AE85-A9B4-0722-FDD0AA2EB9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810810" y="6610548"/>
                  <a:ext cx="33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1A49EA-D960-5142-4651-C89789A8705A}"/>
                    </a:ext>
                  </a:extLst>
                </p14:cNvPr>
                <p14:cNvContentPartPr/>
                <p14:nvPr/>
              </p14:nvContentPartPr>
              <p14:xfrm>
                <a:off x="11749610" y="6400668"/>
                <a:ext cx="159840" cy="66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1A49EA-D960-5142-4651-C89789A870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43490" y="6394548"/>
                  <a:ext cx="172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5155F43-7D0E-77F3-E679-B327CDE38C20}"/>
                    </a:ext>
                  </a:extLst>
                </p14:cNvPr>
                <p14:cNvContentPartPr/>
                <p14:nvPr/>
              </p14:nvContentPartPr>
              <p14:xfrm>
                <a:off x="11867690" y="6488868"/>
                <a:ext cx="64440" cy="388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5155F43-7D0E-77F3-E679-B327CDE38C2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861570" y="6482748"/>
                  <a:ext cx="76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6804491-B27F-2125-F729-F4B9F73B4A74}"/>
                    </a:ext>
                  </a:extLst>
                </p14:cNvPr>
                <p14:cNvContentPartPr/>
                <p14:nvPr/>
              </p14:nvContentPartPr>
              <p14:xfrm>
                <a:off x="11832410" y="6568068"/>
                <a:ext cx="104400" cy="633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6804491-B27F-2125-F729-F4B9F73B4A7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826290" y="6561948"/>
                  <a:ext cx="116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3B15A7E-E480-DCEB-4A61-1E1CD0BDF28F}"/>
                    </a:ext>
                  </a:extLst>
                </p14:cNvPr>
                <p14:cNvContentPartPr/>
                <p14:nvPr/>
              </p14:nvContentPartPr>
              <p14:xfrm>
                <a:off x="11769050" y="6576348"/>
                <a:ext cx="165960" cy="72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3B15A7E-E480-DCEB-4A61-1E1CD0BDF2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762930" y="6570228"/>
                  <a:ext cx="1782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7487624-E997-F969-7E6A-01C950B48237}"/>
                    </a:ext>
                  </a:extLst>
                </p14:cNvPr>
                <p14:cNvContentPartPr/>
                <p14:nvPr/>
              </p14:nvContentPartPr>
              <p14:xfrm>
                <a:off x="11940050" y="6568068"/>
                <a:ext cx="65520" cy="42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7487624-E997-F969-7E6A-01C950B482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933930" y="6561948"/>
                  <a:ext cx="7776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E533E3-F9B1-1515-FB1F-BF5B72BF5AC7}"/>
              </a:ext>
            </a:extLst>
          </p:cNvPr>
          <p:cNvGrpSpPr/>
          <p:nvPr/>
        </p:nvGrpSpPr>
        <p:grpSpPr>
          <a:xfrm>
            <a:off x="10599050" y="3970308"/>
            <a:ext cx="283680" cy="464040"/>
            <a:chOff x="10599050" y="3970308"/>
            <a:chExt cx="28368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13F7EAB-801A-8BA6-06E7-FDBB29178E60}"/>
                    </a:ext>
                  </a:extLst>
                </p14:cNvPr>
                <p14:cNvContentPartPr/>
                <p14:nvPr/>
              </p14:nvContentPartPr>
              <p14:xfrm>
                <a:off x="10692650" y="4040508"/>
                <a:ext cx="34200" cy="3938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13F7EAB-801A-8BA6-06E7-FDBB29178E6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686530" y="4034388"/>
                  <a:ext cx="4644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6A0B72-389F-249F-3D5D-4EB33E98779F}"/>
                    </a:ext>
                  </a:extLst>
                </p14:cNvPr>
                <p14:cNvContentPartPr/>
                <p14:nvPr/>
              </p14:nvContentPartPr>
              <p14:xfrm>
                <a:off x="10599050" y="3970308"/>
                <a:ext cx="283680" cy="189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6A0B72-389F-249F-3D5D-4EB33E9877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92930" y="3964188"/>
                  <a:ext cx="29592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88F4DCB-4B82-6CF6-58E1-E75647584245}"/>
                  </a:ext>
                </a:extLst>
              </p14:cNvPr>
              <p14:cNvContentPartPr/>
              <p14:nvPr/>
            </p14:nvContentPartPr>
            <p14:xfrm>
              <a:off x="5957570" y="2178948"/>
              <a:ext cx="318600" cy="9410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88F4DCB-4B82-6CF6-58E1-E7564758424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51450" y="2172828"/>
                <a:ext cx="330840" cy="9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63E5758B-EFC4-6DC5-9E82-DFF2D1A6687A}"/>
              </a:ext>
            </a:extLst>
          </p:cNvPr>
          <p:cNvGrpSpPr/>
          <p:nvPr/>
        </p:nvGrpSpPr>
        <p:grpSpPr>
          <a:xfrm>
            <a:off x="10077410" y="4392948"/>
            <a:ext cx="1683000" cy="768960"/>
            <a:chOff x="10077410" y="4392948"/>
            <a:chExt cx="1683000" cy="76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40E42D6-51FC-635F-EF1E-A69C72E17DFF}"/>
                    </a:ext>
                  </a:extLst>
                </p14:cNvPr>
                <p14:cNvContentPartPr/>
                <p14:nvPr/>
              </p14:nvContentPartPr>
              <p14:xfrm>
                <a:off x="10195850" y="4522908"/>
                <a:ext cx="360" cy="304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40E42D6-51FC-635F-EF1E-A69C72E17D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89730" y="4516788"/>
                  <a:ext cx="12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BBF9C3F-FED5-2190-1A61-26678FB71A66}"/>
                    </a:ext>
                  </a:extLst>
                </p14:cNvPr>
                <p14:cNvContentPartPr/>
                <p14:nvPr/>
              </p14:nvContentPartPr>
              <p14:xfrm>
                <a:off x="10127090" y="4551348"/>
                <a:ext cx="181080" cy="26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BBF9C3F-FED5-2190-1A61-26678FB71A6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20970" y="4545228"/>
                  <a:ext cx="193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E38446-0F82-A78C-1FEB-938A7E18A19E}"/>
                    </a:ext>
                  </a:extLst>
                </p14:cNvPr>
                <p14:cNvContentPartPr/>
                <p14:nvPr/>
              </p14:nvContentPartPr>
              <p14:xfrm>
                <a:off x="10176410" y="4896228"/>
                <a:ext cx="116640" cy="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E38446-0F82-A78C-1FEB-938A7E18A19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70290" y="4890108"/>
                  <a:ext cx="1288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B564C8-8EA8-6056-24B3-AD84356EB77A}"/>
                    </a:ext>
                  </a:extLst>
                </p14:cNvPr>
                <p14:cNvContentPartPr/>
                <p14:nvPr/>
              </p14:nvContentPartPr>
              <p14:xfrm>
                <a:off x="10441370" y="4718748"/>
                <a:ext cx="196560" cy="10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B564C8-8EA8-6056-24B3-AD84356EB77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35250" y="4712628"/>
                  <a:ext cx="208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3CD6B4-3348-6B9F-4AD6-4B7A08C57636}"/>
                    </a:ext>
                  </a:extLst>
                </p14:cNvPr>
                <p14:cNvContentPartPr/>
                <p14:nvPr/>
              </p14:nvContentPartPr>
              <p14:xfrm>
                <a:off x="10825130" y="4581588"/>
                <a:ext cx="149760" cy="215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3CD6B4-3348-6B9F-4AD6-4B7A08C576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819010" y="4575468"/>
                  <a:ext cx="1620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1645A58-0B66-8C37-EBED-A0519D0E53D6}"/>
                    </a:ext>
                  </a:extLst>
                </p14:cNvPr>
                <p14:cNvContentPartPr/>
                <p14:nvPr/>
              </p14:nvContentPartPr>
              <p14:xfrm>
                <a:off x="10962650" y="4644228"/>
                <a:ext cx="304200" cy="177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1645A58-0B66-8C37-EBED-A0519D0E53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956530" y="4638108"/>
                  <a:ext cx="316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C9023F6-D128-722C-F6C2-6F79FEDC708D}"/>
                    </a:ext>
                  </a:extLst>
                </p14:cNvPr>
                <p14:cNvContentPartPr/>
                <p14:nvPr/>
              </p14:nvContentPartPr>
              <p14:xfrm>
                <a:off x="11235170" y="4610748"/>
                <a:ext cx="126000" cy="183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C9023F6-D128-722C-F6C2-6F79FEDC708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229050" y="4604628"/>
                  <a:ext cx="1382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92F2746-3220-7392-188B-960BC298F888}"/>
                    </a:ext>
                  </a:extLst>
                </p14:cNvPr>
                <p14:cNvContentPartPr/>
                <p14:nvPr/>
              </p14:nvContentPartPr>
              <p14:xfrm>
                <a:off x="11474210" y="4562148"/>
                <a:ext cx="28800" cy="186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92F2746-3220-7392-188B-960BC298F8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68090" y="4556028"/>
                  <a:ext cx="41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3D0C86-9E08-52CD-357B-59DF84A49557}"/>
                    </a:ext>
                  </a:extLst>
                </p14:cNvPr>
                <p14:cNvContentPartPr/>
                <p14:nvPr/>
              </p14:nvContentPartPr>
              <p14:xfrm>
                <a:off x="11395730" y="4540908"/>
                <a:ext cx="364680" cy="60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3D0C86-9E08-52CD-357B-59DF84A4955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389610" y="4534788"/>
                  <a:ext cx="3769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747F8D1-7E64-5972-10AE-4BE9BAE7AD01}"/>
                    </a:ext>
                  </a:extLst>
                </p14:cNvPr>
                <p14:cNvContentPartPr/>
                <p14:nvPr/>
              </p14:nvContentPartPr>
              <p14:xfrm>
                <a:off x="10205570" y="5022228"/>
                <a:ext cx="1495080" cy="139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747F8D1-7E64-5972-10AE-4BE9BAE7AD0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99450" y="5016108"/>
                  <a:ext cx="1507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FC0331D-BCAA-0ADD-DE89-1F34A50E5516}"/>
                    </a:ext>
                  </a:extLst>
                </p14:cNvPr>
                <p14:cNvContentPartPr/>
                <p14:nvPr/>
              </p14:nvContentPartPr>
              <p14:xfrm>
                <a:off x="10077410" y="4392948"/>
                <a:ext cx="385920" cy="7192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FC0331D-BCAA-0ADD-DE89-1F34A50E551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071290" y="4386828"/>
                  <a:ext cx="398160" cy="73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BE1ECE7-71C9-9330-2D16-0A8B7DB0F009}"/>
              </a:ext>
            </a:extLst>
          </p:cNvPr>
          <p:cNvGrpSpPr/>
          <p:nvPr/>
        </p:nvGrpSpPr>
        <p:grpSpPr>
          <a:xfrm>
            <a:off x="10559450" y="5289708"/>
            <a:ext cx="356760" cy="443880"/>
            <a:chOff x="10559450" y="5289708"/>
            <a:chExt cx="356760" cy="4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551109C-20A9-03AB-C3FC-DB7072E89D30}"/>
                    </a:ext>
                  </a:extLst>
                </p14:cNvPr>
                <p14:cNvContentPartPr/>
                <p14:nvPr/>
              </p14:nvContentPartPr>
              <p14:xfrm>
                <a:off x="10716410" y="5387988"/>
                <a:ext cx="10440" cy="240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551109C-20A9-03AB-C3FC-DB7072E89D3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710290" y="5381868"/>
                  <a:ext cx="22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BD924A8-A575-F887-78F0-9975D08303C6}"/>
                    </a:ext>
                  </a:extLst>
                </p14:cNvPr>
                <p14:cNvContentPartPr/>
                <p14:nvPr/>
              </p14:nvContentPartPr>
              <p14:xfrm>
                <a:off x="10638650" y="5368188"/>
                <a:ext cx="1929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BD924A8-A575-F887-78F0-9975D08303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32530" y="5362068"/>
                  <a:ext cx="205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73FC4C-7B20-5106-355D-484ED8B74BF8}"/>
                    </a:ext>
                  </a:extLst>
                </p14:cNvPr>
                <p14:cNvContentPartPr/>
                <p14:nvPr/>
              </p14:nvContentPartPr>
              <p14:xfrm>
                <a:off x="10618490" y="5595348"/>
                <a:ext cx="154800" cy="9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73FC4C-7B20-5106-355D-484ED8B74B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12370" y="5589228"/>
                  <a:ext cx="167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E11B157-1C71-DD29-3C2B-B43D0EF0A491}"/>
                    </a:ext>
                  </a:extLst>
                </p14:cNvPr>
                <p14:cNvContentPartPr/>
                <p14:nvPr/>
              </p14:nvContentPartPr>
              <p14:xfrm>
                <a:off x="10785890" y="5358468"/>
                <a:ext cx="360" cy="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E11B157-1C71-DD29-3C2B-B43D0EF0A49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779770" y="535234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5125AED-78B8-6847-3A61-5F0026950642}"/>
                    </a:ext>
                  </a:extLst>
                </p14:cNvPr>
                <p14:cNvContentPartPr/>
                <p14:nvPr/>
              </p14:nvContentPartPr>
              <p14:xfrm>
                <a:off x="10559450" y="5289708"/>
                <a:ext cx="356760" cy="443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5125AED-78B8-6847-3A61-5F002695064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553330" y="5283588"/>
                  <a:ext cx="369000" cy="45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B1450E9-0957-C7C1-A0F9-76745750522D}"/>
                  </a:ext>
                </a:extLst>
              </p14:cNvPr>
              <p14:cNvContentPartPr/>
              <p14:nvPr/>
            </p14:nvContentPartPr>
            <p14:xfrm>
              <a:off x="1591850" y="6430188"/>
              <a:ext cx="40680" cy="252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B1450E9-0957-C7C1-A0F9-76745750522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585730" y="6424068"/>
                <a:ext cx="52920" cy="26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E5DEB3C4-7A31-6168-78D5-FAC46CD7BF94}"/>
              </a:ext>
            </a:extLst>
          </p:cNvPr>
          <p:cNvGrpSpPr/>
          <p:nvPr/>
        </p:nvGrpSpPr>
        <p:grpSpPr>
          <a:xfrm>
            <a:off x="1455050" y="6046788"/>
            <a:ext cx="1305000" cy="601560"/>
            <a:chOff x="1455050" y="6046788"/>
            <a:chExt cx="1305000" cy="60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B3163E3-529E-99EF-F40B-0E1DE3B21FAF}"/>
                    </a:ext>
                  </a:extLst>
                </p14:cNvPr>
                <p14:cNvContentPartPr/>
                <p14:nvPr/>
              </p14:nvContentPartPr>
              <p14:xfrm>
                <a:off x="1455050" y="6085668"/>
                <a:ext cx="248400" cy="358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B3163E3-529E-99EF-F40B-0E1DE3B21FA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448930" y="6079548"/>
                  <a:ext cx="2606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1A31ABE-7BAD-714A-FAA2-2DB239A95479}"/>
                    </a:ext>
                  </a:extLst>
                </p14:cNvPr>
                <p14:cNvContentPartPr/>
                <p14:nvPr/>
              </p14:nvContentPartPr>
              <p14:xfrm>
                <a:off x="1543610" y="6340908"/>
                <a:ext cx="326520" cy="79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1A31ABE-7BAD-714A-FAA2-2DB239A9547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37490" y="6334788"/>
                  <a:ext cx="3387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B673EB5-39E7-754B-1AD2-1920B8D88DDC}"/>
                    </a:ext>
                  </a:extLst>
                </p14:cNvPr>
                <p14:cNvContentPartPr/>
                <p14:nvPr/>
              </p14:nvContentPartPr>
              <p14:xfrm>
                <a:off x="1818650" y="6155148"/>
                <a:ext cx="324000" cy="493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B673EB5-39E7-754B-1AD2-1920B8D88DD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12530" y="6149028"/>
                  <a:ext cx="336240" cy="5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897FAA-79EC-97D2-0085-4AE4750780D1}"/>
                    </a:ext>
                  </a:extLst>
                </p14:cNvPr>
                <p14:cNvContentPartPr/>
                <p14:nvPr/>
              </p14:nvContentPartPr>
              <p14:xfrm>
                <a:off x="1907570" y="6355308"/>
                <a:ext cx="338760" cy="16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A897FAA-79EC-97D2-0085-4AE4750780D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01450" y="6349188"/>
                  <a:ext cx="351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092D533-E158-899D-4BF4-1259C38F4D33}"/>
                    </a:ext>
                  </a:extLst>
                </p14:cNvPr>
                <p14:cNvContentPartPr/>
                <p14:nvPr/>
              </p14:nvContentPartPr>
              <p14:xfrm>
                <a:off x="2159570" y="6214188"/>
                <a:ext cx="262080" cy="3852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092D533-E158-899D-4BF4-1259C38F4D33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153450" y="6208068"/>
                  <a:ext cx="2743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40D713E-28E2-5AFD-0846-542E51AB3720}"/>
                    </a:ext>
                  </a:extLst>
                </p14:cNvPr>
                <p14:cNvContentPartPr/>
                <p14:nvPr/>
              </p14:nvContentPartPr>
              <p14:xfrm>
                <a:off x="2515250" y="6070548"/>
                <a:ext cx="244800" cy="449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40D713E-28E2-5AFD-0846-542E51AB372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509130" y="6064428"/>
                  <a:ext cx="2570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18EF212-4936-BFEF-69A3-C2629870E69C}"/>
                    </a:ext>
                  </a:extLst>
                </p14:cNvPr>
                <p14:cNvContentPartPr/>
                <p14:nvPr/>
              </p14:nvContentPartPr>
              <p14:xfrm>
                <a:off x="2536130" y="6056508"/>
                <a:ext cx="47880" cy="20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18EF212-4936-BFEF-69A3-C2629870E69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530010" y="6050388"/>
                  <a:ext cx="601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F1D3ED1-3EAC-C47F-C0DA-487DE26BEFC4}"/>
                    </a:ext>
                  </a:extLst>
                </p14:cNvPr>
                <p14:cNvContentPartPr/>
                <p14:nvPr/>
              </p14:nvContentPartPr>
              <p14:xfrm>
                <a:off x="2540090" y="6125268"/>
                <a:ext cx="16560" cy="89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F1D3ED1-3EAC-C47F-C0DA-487DE26BEFC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533970" y="6119148"/>
                  <a:ext cx="28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787B7A-0EAF-2858-744A-01FDB5330CC6}"/>
                    </a:ext>
                  </a:extLst>
                </p14:cNvPr>
                <p14:cNvContentPartPr/>
                <p14:nvPr/>
              </p14:nvContentPartPr>
              <p14:xfrm>
                <a:off x="2546570" y="6046788"/>
                <a:ext cx="20880" cy="150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787B7A-0EAF-2858-744A-01FDB5330CC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40450" y="6040668"/>
                  <a:ext cx="331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DA61330-B8B7-C4D6-57CD-9388C392DB6C}"/>
              </a:ext>
            </a:extLst>
          </p:cNvPr>
          <p:cNvGrpSpPr/>
          <p:nvPr/>
        </p:nvGrpSpPr>
        <p:grpSpPr>
          <a:xfrm>
            <a:off x="5761370" y="5495988"/>
            <a:ext cx="127080" cy="29880"/>
            <a:chOff x="5761370" y="5495988"/>
            <a:chExt cx="127080" cy="2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1997254-4E28-62B4-B968-3E35C029A6AF}"/>
                    </a:ext>
                  </a:extLst>
                </p14:cNvPr>
                <p14:cNvContentPartPr/>
                <p14:nvPr/>
              </p14:nvContentPartPr>
              <p14:xfrm>
                <a:off x="5761370" y="5525508"/>
                <a:ext cx="360" cy="3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1997254-4E28-62B4-B968-3E35C029A6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55250" y="5519388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0FB08DE-869C-C629-EAF2-861B19C60EAE}"/>
                    </a:ext>
                  </a:extLst>
                </p14:cNvPr>
                <p14:cNvContentPartPr/>
                <p14:nvPr/>
              </p14:nvContentPartPr>
              <p14:xfrm>
                <a:off x="5800970" y="5495988"/>
                <a:ext cx="8748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0FB08DE-869C-C629-EAF2-861B19C60E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94850" y="5489868"/>
                  <a:ext cx="99720" cy="1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AC4F83E9069D43AFA594D7F1D96885" ma:contentTypeVersion="4" ma:contentTypeDescription="Create a new document." ma:contentTypeScope="" ma:versionID="ab42ff59064bab5a86eff4b62602acbc">
  <xsd:schema xmlns:xsd="http://www.w3.org/2001/XMLSchema" xmlns:xs="http://www.w3.org/2001/XMLSchema" xmlns:p="http://schemas.microsoft.com/office/2006/metadata/properties" xmlns:ns2="d0a6ddea-004a-4b16-a170-7c91a96eeb9b" targetNamespace="http://schemas.microsoft.com/office/2006/metadata/properties" ma:root="true" ma:fieldsID="2d27bf802cbab3f01b47c4a64429af83" ns2:_="">
    <xsd:import namespace="d0a6ddea-004a-4b16-a170-7c91a96eeb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a6ddea-004a-4b16-a170-7c91a96eeb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61E9FE-3C39-4C19-9BDD-DF9C83DE62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799A56-6D74-460F-A352-73A5F38A926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5CFDEDF-8430-445A-A988-589790DCC31C}">
  <ds:schemaRefs>
    <ds:schemaRef ds:uri="d0a6ddea-004a-4b16-a170-7c91a96eeb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1795</TotalTime>
  <Words>773</Words>
  <Application>Microsoft Office PowerPoint</Application>
  <PresentationFormat>Widescreen</PresentationFormat>
  <Paragraphs>126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Calibri</vt:lpstr>
      <vt:lpstr>Lato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Phong TT &amp; QTTH</dc:creator>
  <dc:description/>
  <cp:lastModifiedBy>Quy.DD210728@sis.hust.edu.vn</cp:lastModifiedBy>
  <cp:revision>13</cp:revision>
  <dcterms:created xsi:type="dcterms:W3CDTF">2020-12-31T09:57:48Z</dcterms:created>
  <dcterms:modified xsi:type="dcterms:W3CDTF">2026-06-12T15:21:22Z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0x01010078AC4F83E9069D43AFA594D7F1D96885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